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23329900" cy="32727900"/>
  <p:notesSz cx="6858000" cy="9144000"/>
  <p:embeddedFontLst>
    <p:embeddedFont>
      <p:font typeface="Cambria" panose="02040503050406030204" pitchFamily="18" charset="0"/>
      <p:regular r:id="rId3"/>
      <p:bold r:id="rId4"/>
      <p:italic r:id="rId5"/>
      <p:boldItalic r:id="rId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10" d="100"/>
          <a:sy n="10" d="100"/>
        </p:scale>
        <p:origin x="2083"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font" Target="fonts/font1.fntdata"/><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5" Type="http://schemas.openxmlformats.org/officeDocument/2006/relationships/font" Target="fonts/font3.fntdata"/><Relationship Id="rId10" Type="http://schemas.openxmlformats.org/officeDocument/2006/relationships/tableStyles" Target="tableStyles.xml"/><Relationship Id="rId4" Type="http://schemas.openxmlformats.org/officeDocument/2006/relationships/font" Target="fonts/font2.fntdata"/><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pn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23.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jp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3336250" cy="32727900"/>
          </a:xfrm>
          <a:custGeom>
            <a:avLst/>
            <a:gdLst/>
            <a:ahLst/>
            <a:cxnLst/>
            <a:rect l="l" t="t" r="r" b="b"/>
            <a:pathLst>
              <a:path w="23336250" h="32727900">
                <a:moveTo>
                  <a:pt x="0" y="0"/>
                </a:moveTo>
                <a:lnTo>
                  <a:pt x="23336250" y="0"/>
                </a:lnTo>
                <a:lnTo>
                  <a:pt x="23336250" y="32727900"/>
                </a:lnTo>
                <a:lnTo>
                  <a:pt x="0" y="32727900"/>
                </a:lnTo>
                <a:lnTo>
                  <a:pt x="0" y="0"/>
                </a:lnTo>
                <a:close/>
              </a:path>
            </a:pathLst>
          </a:custGeom>
          <a:blipFill>
            <a:blip r:embed="rId2"/>
            <a:stretch>
              <a:fillRect t="-13" b="-13"/>
            </a:stretch>
          </a:blipFill>
        </p:spPr>
        <p:txBody>
          <a:bodyPr/>
          <a:lstStyle/>
          <a:p>
            <a:endParaRPr lang="en-US" sz="2400" dirty="0">
              <a:latin typeface="Cambria" panose="02040503050406030204" pitchFamily="18" charset="0"/>
              <a:ea typeface="Cambria" panose="02040503050406030204" pitchFamily="18" charset="0"/>
            </a:endParaRPr>
          </a:p>
        </p:txBody>
      </p:sp>
      <p:sp>
        <p:nvSpPr>
          <p:cNvPr id="9" name="Rectangle: Rounded Corners 40">
            <a:extLst>
              <a:ext uri="{FF2B5EF4-FFF2-40B4-BE49-F238E27FC236}">
                <a16:creationId xmlns:a16="http://schemas.microsoft.com/office/drawing/2014/main" id="{507A1302-ED85-B0F2-1105-F869ADF590E4}"/>
              </a:ext>
            </a:extLst>
          </p:cNvPr>
          <p:cNvSpPr/>
          <p:nvPr/>
        </p:nvSpPr>
        <p:spPr>
          <a:xfrm>
            <a:off x="819710" y="12096750"/>
            <a:ext cx="22048748" cy="16154399"/>
          </a:xfrm>
          <a:custGeom>
            <a:avLst/>
            <a:gdLst>
              <a:gd name="connsiteX0" fmla="*/ 0 w 12919682"/>
              <a:gd name="connsiteY0" fmla="*/ 2015930 h 12095337"/>
              <a:gd name="connsiteX1" fmla="*/ 2015930 w 12919682"/>
              <a:gd name="connsiteY1" fmla="*/ 0 h 12095337"/>
              <a:gd name="connsiteX2" fmla="*/ 10903752 w 12919682"/>
              <a:gd name="connsiteY2" fmla="*/ 0 h 12095337"/>
              <a:gd name="connsiteX3" fmla="*/ 12919682 w 12919682"/>
              <a:gd name="connsiteY3" fmla="*/ 2015930 h 12095337"/>
              <a:gd name="connsiteX4" fmla="*/ 12919682 w 12919682"/>
              <a:gd name="connsiteY4" fmla="*/ 10079407 h 12095337"/>
              <a:gd name="connsiteX5" fmla="*/ 10903752 w 12919682"/>
              <a:gd name="connsiteY5" fmla="*/ 12095337 h 12095337"/>
              <a:gd name="connsiteX6" fmla="*/ 2015930 w 12919682"/>
              <a:gd name="connsiteY6" fmla="*/ 12095337 h 12095337"/>
              <a:gd name="connsiteX7" fmla="*/ 0 w 12919682"/>
              <a:gd name="connsiteY7" fmla="*/ 10079407 h 12095337"/>
              <a:gd name="connsiteX8" fmla="*/ 0 w 12919682"/>
              <a:gd name="connsiteY8" fmla="*/ 2015930 h 12095337"/>
              <a:gd name="connsiteX0" fmla="*/ 0 w 12919682"/>
              <a:gd name="connsiteY0" fmla="*/ 2015930 h 12095337"/>
              <a:gd name="connsiteX1" fmla="*/ 2015930 w 12919682"/>
              <a:gd name="connsiteY1" fmla="*/ 0 h 12095337"/>
              <a:gd name="connsiteX2" fmla="*/ 10903752 w 12919682"/>
              <a:gd name="connsiteY2" fmla="*/ 0 h 12095337"/>
              <a:gd name="connsiteX3" fmla="*/ 12919682 w 12919682"/>
              <a:gd name="connsiteY3" fmla="*/ 2015930 h 12095337"/>
              <a:gd name="connsiteX4" fmla="*/ 12919682 w 12919682"/>
              <a:gd name="connsiteY4" fmla="*/ 10079407 h 12095337"/>
              <a:gd name="connsiteX5" fmla="*/ 10903752 w 12919682"/>
              <a:gd name="connsiteY5" fmla="*/ 12095337 h 12095337"/>
              <a:gd name="connsiteX6" fmla="*/ 2015930 w 12919682"/>
              <a:gd name="connsiteY6" fmla="*/ 12095337 h 12095337"/>
              <a:gd name="connsiteX7" fmla="*/ 0 w 12919682"/>
              <a:gd name="connsiteY7" fmla="*/ 10863178 h 12095337"/>
              <a:gd name="connsiteX8" fmla="*/ 0 w 12919682"/>
              <a:gd name="connsiteY8" fmla="*/ 2015930 h 12095337"/>
              <a:gd name="connsiteX0" fmla="*/ 0 w 12919682"/>
              <a:gd name="connsiteY0" fmla="*/ 2015930 h 12132660"/>
              <a:gd name="connsiteX1" fmla="*/ 2015930 w 12919682"/>
              <a:gd name="connsiteY1" fmla="*/ 0 h 12132660"/>
              <a:gd name="connsiteX2" fmla="*/ 10903752 w 12919682"/>
              <a:gd name="connsiteY2" fmla="*/ 0 h 12132660"/>
              <a:gd name="connsiteX3" fmla="*/ 12919682 w 12919682"/>
              <a:gd name="connsiteY3" fmla="*/ 2015930 h 12132660"/>
              <a:gd name="connsiteX4" fmla="*/ 12919682 w 12919682"/>
              <a:gd name="connsiteY4" fmla="*/ 10079407 h 12132660"/>
              <a:gd name="connsiteX5" fmla="*/ 10903752 w 12919682"/>
              <a:gd name="connsiteY5" fmla="*/ 12095337 h 12132660"/>
              <a:gd name="connsiteX6" fmla="*/ 1549399 w 12919682"/>
              <a:gd name="connsiteY6" fmla="*/ 12132660 h 12132660"/>
              <a:gd name="connsiteX7" fmla="*/ 0 w 12919682"/>
              <a:gd name="connsiteY7" fmla="*/ 10863178 h 12132660"/>
              <a:gd name="connsiteX8" fmla="*/ 0 w 12919682"/>
              <a:gd name="connsiteY8" fmla="*/ 2015930 h 12132660"/>
              <a:gd name="connsiteX0" fmla="*/ 0 w 12919682"/>
              <a:gd name="connsiteY0" fmla="*/ 2015930 h 12132660"/>
              <a:gd name="connsiteX1" fmla="*/ 2015930 w 12919682"/>
              <a:gd name="connsiteY1" fmla="*/ 0 h 12132660"/>
              <a:gd name="connsiteX2" fmla="*/ 10903752 w 12919682"/>
              <a:gd name="connsiteY2" fmla="*/ 0 h 12132660"/>
              <a:gd name="connsiteX3" fmla="*/ 12919682 w 12919682"/>
              <a:gd name="connsiteY3" fmla="*/ 2015930 h 12132660"/>
              <a:gd name="connsiteX4" fmla="*/ 12919682 w 12919682"/>
              <a:gd name="connsiteY4" fmla="*/ 10079407 h 12132660"/>
              <a:gd name="connsiteX5" fmla="*/ 11612878 w 12919682"/>
              <a:gd name="connsiteY5" fmla="*/ 12095337 h 12132660"/>
              <a:gd name="connsiteX6" fmla="*/ 1549399 w 12919682"/>
              <a:gd name="connsiteY6" fmla="*/ 12132660 h 12132660"/>
              <a:gd name="connsiteX7" fmla="*/ 0 w 12919682"/>
              <a:gd name="connsiteY7" fmla="*/ 10863178 h 12132660"/>
              <a:gd name="connsiteX8" fmla="*/ 0 w 12919682"/>
              <a:gd name="connsiteY8" fmla="*/ 2015930 h 12132660"/>
              <a:gd name="connsiteX0" fmla="*/ 0 w 12938344"/>
              <a:gd name="connsiteY0" fmla="*/ 2015930 h 12132660"/>
              <a:gd name="connsiteX1" fmla="*/ 2015930 w 12938344"/>
              <a:gd name="connsiteY1" fmla="*/ 0 h 12132660"/>
              <a:gd name="connsiteX2" fmla="*/ 10903752 w 12938344"/>
              <a:gd name="connsiteY2" fmla="*/ 0 h 12132660"/>
              <a:gd name="connsiteX3" fmla="*/ 12919682 w 12938344"/>
              <a:gd name="connsiteY3" fmla="*/ 2015930 h 12132660"/>
              <a:gd name="connsiteX4" fmla="*/ 12938344 w 12938344"/>
              <a:gd name="connsiteY4" fmla="*/ 10639243 h 12132660"/>
              <a:gd name="connsiteX5" fmla="*/ 11612878 w 12938344"/>
              <a:gd name="connsiteY5" fmla="*/ 12095337 h 12132660"/>
              <a:gd name="connsiteX6" fmla="*/ 1549399 w 12938344"/>
              <a:gd name="connsiteY6" fmla="*/ 12132660 h 12132660"/>
              <a:gd name="connsiteX7" fmla="*/ 0 w 12938344"/>
              <a:gd name="connsiteY7" fmla="*/ 10863178 h 12132660"/>
              <a:gd name="connsiteX8" fmla="*/ 0 w 12938344"/>
              <a:gd name="connsiteY8" fmla="*/ 2015930 h 12132660"/>
              <a:gd name="connsiteX0" fmla="*/ 0 w 12938344"/>
              <a:gd name="connsiteY0" fmla="*/ 2015930 h 12132660"/>
              <a:gd name="connsiteX1" fmla="*/ 2015930 w 12938344"/>
              <a:gd name="connsiteY1" fmla="*/ 0 h 12132660"/>
              <a:gd name="connsiteX2" fmla="*/ 11482250 w 12938344"/>
              <a:gd name="connsiteY2" fmla="*/ 37322 h 12132660"/>
              <a:gd name="connsiteX3" fmla="*/ 12919682 w 12938344"/>
              <a:gd name="connsiteY3" fmla="*/ 2015930 h 12132660"/>
              <a:gd name="connsiteX4" fmla="*/ 12938344 w 12938344"/>
              <a:gd name="connsiteY4" fmla="*/ 10639243 h 12132660"/>
              <a:gd name="connsiteX5" fmla="*/ 11612878 w 12938344"/>
              <a:gd name="connsiteY5" fmla="*/ 12095337 h 12132660"/>
              <a:gd name="connsiteX6" fmla="*/ 1549399 w 12938344"/>
              <a:gd name="connsiteY6" fmla="*/ 12132660 h 12132660"/>
              <a:gd name="connsiteX7" fmla="*/ 0 w 12938344"/>
              <a:gd name="connsiteY7" fmla="*/ 10863178 h 12132660"/>
              <a:gd name="connsiteX8" fmla="*/ 0 w 12938344"/>
              <a:gd name="connsiteY8" fmla="*/ 2015930 h 12132660"/>
              <a:gd name="connsiteX0" fmla="*/ 0 w 12957831"/>
              <a:gd name="connsiteY0" fmla="*/ 2015930 h 12132660"/>
              <a:gd name="connsiteX1" fmla="*/ 2015930 w 12957831"/>
              <a:gd name="connsiteY1" fmla="*/ 0 h 12132660"/>
              <a:gd name="connsiteX2" fmla="*/ 11482250 w 12957831"/>
              <a:gd name="connsiteY2" fmla="*/ 37322 h 12132660"/>
              <a:gd name="connsiteX3" fmla="*/ 12957004 w 12957831"/>
              <a:gd name="connsiteY3" fmla="*/ 1437432 h 12132660"/>
              <a:gd name="connsiteX4" fmla="*/ 12938344 w 12957831"/>
              <a:gd name="connsiteY4" fmla="*/ 10639243 h 12132660"/>
              <a:gd name="connsiteX5" fmla="*/ 11612878 w 12957831"/>
              <a:gd name="connsiteY5" fmla="*/ 12095337 h 12132660"/>
              <a:gd name="connsiteX6" fmla="*/ 1549399 w 12957831"/>
              <a:gd name="connsiteY6" fmla="*/ 12132660 h 12132660"/>
              <a:gd name="connsiteX7" fmla="*/ 0 w 12957831"/>
              <a:gd name="connsiteY7" fmla="*/ 10863178 h 12132660"/>
              <a:gd name="connsiteX8" fmla="*/ 0 w 12957831"/>
              <a:gd name="connsiteY8" fmla="*/ 2015930 h 12132660"/>
              <a:gd name="connsiteX0" fmla="*/ 1563 w 12959394"/>
              <a:gd name="connsiteY0" fmla="*/ 1978608 h 12095338"/>
              <a:gd name="connsiteX1" fmla="*/ 1028448 w 12959394"/>
              <a:gd name="connsiteY1" fmla="*/ 18662 h 12095338"/>
              <a:gd name="connsiteX2" fmla="*/ 11483813 w 12959394"/>
              <a:gd name="connsiteY2" fmla="*/ 0 h 12095338"/>
              <a:gd name="connsiteX3" fmla="*/ 12958567 w 12959394"/>
              <a:gd name="connsiteY3" fmla="*/ 1400110 h 12095338"/>
              <a:gd name="connsiteX4" fmla="*/ 12939907 w 12959394"/>
              <a:gd name="connsiteY4" fmla="*/ 10601921 h 12095338"/>
              <a:gd name="connsiteX5" fmla="*/ 11614441 w 12959394"/>
              <a:gd name="connsiteY5" fmla="*/ 12058015 h 12095338"/>
              <a:gd name="connsiteX6" fmla="*/ 1550962 w 12959394"/>
              <a:gd name="connsiteY6" fmla="*/ 12095338 h 12095338"/>
              <a:gd name="connsiteX7" fmla="*/ 1563 w 12959394"/>
              <a:gd name="connsiteY7" fmla="*/ 10825856 h 12095338"/>
              <a:gd name="connsiteX8" fmla="*/ 1563 w 12959394"/>
              <a:gd name="connsiteY8" fmla="*/ 1978608 h 12095338"/>
              <a:gd name="connsiteX0" fmla="*/ 323 w 12995477"/>
              <a:gd name="connsiteY0" fmla="*/ 1586722 h 12095338"/>
              <a:gd name="connsiteX1" fmla="*/ 1064531 w 12995477"/>
              <a:gd name="connsiteY1" fmla="*/ 18662 h 12095338"/>
              <a:gd name="connsiteX2" fmla="*/ 11519896 w 12995477"/>
              <a:gd name="connsiteY2" fmla="*/ 0 h 12095338"/>
              <a:gd name="connsiteX3" fmla="*/ 12994650 w 12995477"/>
              <a:gd name="connsiteY3" fmla="*/ 1400110 h 12095338"/>
              <a:gd name="connsiteX4" fmla="*/ 12975990 w 12995477"/>
              <a:gd name="connsiteY4" fmla="*/ 10601921 h 12095338"/>
              <a:gd name="connsiteX5" fmla="*/ 11650524 w 12995477"/>
              <a:gd name="connsiteY5" fmla="*/ 12058015 h 12095338"/>
              <a:gd name="connsiteX6" fmla="*/ 1587045 w 12995477"/>
              <a:gd name="connsiteY6" fmla="*/ 12095338 h 12095338"/>
              <a:gd name="connsiteX7" fmla="*/ 37646 w 12995477"/>
              <a:gd name="connsiteY7" fmla="*/ 10825856 h 12095338"/>
              <a:gd name="connsiteX8" fmla="*/ 323 w 12995477"/>
              <a:gd name="connsiteY8" fmla="*/ 1586722 h 12095338"/>
              <a:gd name="connsiteX0" fmla="*/ 323 w 12995477"/>
              <a:gd name="connsiteY0" fmla="*/ 1586722 h 12095338"/>
              <a:gd name="connsiteX1" fmla="*/ 1064531 w 12995477"/>
              <a:gd name="connsiteY1" fmla="*/ 18662 h 12095338"/>
              <a:gd name="connsiteX2" fmla="*/ 11743831 w 12995477"/>
              <a:gd name="connsiteY2" fmla="*/ 0 h 12095338"/>
              <a:gd name="connsiteX3" fmla="*/ 12994650 w 12995477"/>
              <a:gd name="connsiteY3" fmla="*/ 1400110 h 12095338"/>
              <a:gd name="connsiteX4" fmla="*/ 12975990 w 12995477"/>
              <a:gd name="connsiteY4" fmla="*/ 10601921 h 12095338"/>
              <a:gd name="connsiteX5" fmla="*/ 11650524 w 12995477"/>
              <a:gd name="connsiteY5" fmla="*/ 12058015 h 12095338"/>
              <a:gd name="connsiteX6" fmla="*/ 1587045 w 12995477"/>
              <a:gd name="connsiteY6" fmla="*/ 12095338 h 12095338"/>
              <a:gd name="connsiteX7" fmla="*/ 37646 w 12995477"/>
              <a:gd name="connsiteY7" fmla="*/ 10825856 h 12095338"/>
              <a:gd name="connsiteX8" fmla="*/ 323 w 12995477"/>
              <a:gd name="connsiteY8" fmla="*/ 1586722 h 12095338"/>
              <a:gd name="connsiteX0" fmla="*/ 323 w 12977784"/>
              <a:gd name="connsiteY0" fmla="*/ 1586722 h 12095338"/>
              <a:gd name="connsiteX1" fmla="*/ 1064531 w 12977784"/>
              <a:gd name="connsiteY1" fmla="*/ 18662 h 12095338"/>
              <a:gd name="connsiteX2" fmla="*/ 11743831 w 12977784"/>
              <a:gd name="connsiteY2" fmla="*/ 0 h 12095338"/>
              <a:gd name="connsiteX3" fmla="*/ 12975988 w 12977784"/>
              <a:gd name="connsiteY3" fmla="*/ 1176175 h 12095338"/>
              <a:gd name="connsiteX4" fmla="*/ 12975990 w 12977784"/>
              <a:gd name="connsiteY4" fmla="*/ 10601921 h 12095338"/>
              <a:gd name="connsiteX5" fmla="*/ 11650524 w 12977784"/>
              <a:gd name="connsiteY5" fmla="*/ 12058015 h 12095338"/>
              <a:gd name="connsiteX6" fmla="*/ 1587045 w 12977784"/>
              <a:gd name="connsiteY6" fmla="*/ 12095338 h 12095338"/>
              <a:gd name="connsiteX7" fmla="*/ 37646 w 12977784"/>
              <a:gd name="connsiteY7" fmla="*/ 10825856 h 12095338"/>
              <a:gd name="connsiteX8" fmla="*/ 323 w 12977784"/>
              <a:gd name="connsiteY8" fmla="*/ 1586722 h 12095338"/>
              <a:gd name="connsiteX0" fmla="*/ 323 w 12977784"/>
              <a:gd name="connsiteY0" fmla="*/ 1586722 h 12106052"/>
              <a:gd name="connsiteX1" fmla="*/ 1064531 w 12977784"/>
              <a:gd name="connsiteY1" fmla="*/ 18662 h 12106052"/>
              <a:gd name="connsiteX2" fmla="*/ 11743831 w 12977784"/>
              <a:gd name="connsiteY2" fmla="*/ 0 h 12106052"/>
              <a:gd name="connsiteX3" fmla="*/ 12975988 w 12977784"/>
              <a:gd name="connsiteY3" fmla="*/ 1176175 h 12106052"/>
              <a:gd name="connsiteX4" fmla="*/ 12975990 w 12977784"/>
              <a:gd name="connsiteY4" fmla="*/ 10601921 h 12106052"/>
              <a:gd name="connsiteX5" fmla="*/ 11650524 w 12977784"/>
              <a:gd name="connsiteY5" fmla="*/ 12058015 h 12106052"/>
              <a:gd name="connsiteX6" fmla="*/ 1587045 w 12977784"/>
              <a:gd name="connsiteY6" fmla="*/ 12095338 h 12106052"/>
              <a:gd name="connsiteX7" fmla="*/ 74969 w 12977784"/>
              <a:gd name="connsiteY7" fmla="*/ 11161758 h 12106052"/>
              <a:gd name="connsiteX8" fmla="*/ 323 w 12977784"/>
              <a:gd name="connsiteY8" fmla="*/ 1586722 h 12106052"/>
              <a:gd name="connsiteX0" fmla="*/ 323 w 12977784"/>
              <a:gd name="connsiteY0" fmla="*/ 1586722 h 12122118"/>
              <a:gd name="connsiteX1" fmla="*/ 1064531 w 12977784"/>
              <a:gd name="connsiteY1" fmla="*/ 18662 h 12122118"/>
              <a:gd name="connsiteX2" fmla="*/ 11743831 w 12977784"/>
              <a:gd name="connsiteY2" fmla="*/ 0 h 12122118"/>
              <a:gd name="connsiteX3" fmla="*/ 12975988 w 12977784"/>
              <a:gd name="connsiteY3" fmla="*/ 1176175 h 12122118"/>
              <a:gd name="connsiteX4" fmla="*/ 12975990 w 12977784"/>
              <a:gd name="connsiteY4" fmla="*/ 10601921 h 12122118"/>
              <a:gd name="connsiteX5" fmla="*/ 11650524 w 12977784"/>
              <a:gd name="connsiteY5" fmla="*/ 12058015 h 12122118"/>
              <a:gd name="connsiteX6" fmla="*/ 1363110 w 12977784"/>
              <a:gd name="connsiteY6" fmla="*/ 12114000 h 12122118"/>
              <a:gd name="connsiteX7" fmla="*/ 74969 w 12977784"/>
              <a:gd name="connsiteY7" fmla="*/ 11161758 h 12122118"/>
              <a:gd name="connsiteX8" fmla="*/ 323 w 12977784"/>
              <a:gd name="connsiteY8" fmla="*/ 1586722 h 12122118"/>
              <a:gd name="connsiteX0" fmla="*/ 323 w 12976527"/>
              <a:gd name="connsiteY0" fmla="*/ 1586722 h 12122118"/>
              <a:gd name="connsiteX1" fmla="*/ 1064531 w 12976527"/>
              <a:gd name="connsiteY1" fmla="*/ 18662 h 12122118"/>
              <a:gd name="connsiteX2" fmla="*/ 11743831 w 12976527"/>
              <a:gd name="connsiteY2" fmla="*/ 0 h 12122118"/>
              <a:gd name="connsiteX3" fmla="*/ 12975988 w 12976527"/>
              <a:gd name="connsiteY3" fmla="*/ 1176175 h 12122118"/>
              <a:gd name="connsiteX4" fmla="*/ 12938668 w 12976527"/>
              <a:gd name="connsiteY4" fmla="*/ 11012468 h 12122118"/>
              <a:gd name="connsiteX5" fmla="*/ 11650524 w 12976527"/>
              <a:gd name="connsiteY5" fmla="*/ 12058015 h 12122118"/>
              <a:gd name="connsiteX6" fmla="*/ 1363110 w 12976527"/>
              <a:gd name="connsiteY6" fmla="*/ 12114000 h 12122118"/>
              <a:gd name="connsiteX7" fmla="*/ 74969 w 12976527"/>
              <a:gd name="connsiteY7" fmla="*/ 11161758 h 12122118"/>
              <a:gd name="connsiteX8" fmla="*/ 323 w 12976527"/>
              <a:gd name="connsiteY8" fmla="*/ 1586722 h 12122118"/>
              <a:gd name="connsiteX0" fmla="*/ 323 w 12976527"/>
              <a:gd name="connsiteY0" fmla="*/ 1586722 h 12122118"/>
              <a:gd name="connsiteX1" fmla="*/ 1064531 w 12976527"/>
              <a:gd name="connsiteY1" fmla="*/ 18662 h 12122118"/>
              <a:gd name="connsiteX2" fmla="*/ 11743831 w 12976527"/>
              <a:gd name="connsiteY2" fmla="*/ 0 h 12122118"/>
              <a:gd name="connsiteX3" fmla="*/ 12975988 w 12976527"/>
              <a:gd name="connsiteY3" fmla="*/ 1176175 h 12122118"/>
              <a:gd name="connsiteX4" fmla="*/ 12938668 w 12976527"/>
              <a:gd name="connsiteY4" fmla="*/ 11012468 h 12122118"/>
              <a:gd name="connsiteX5" fmla="*/ 11893120 w 12976527"/>
              <a:gd name="connsiteY5" fmla="*/ 12058015 h 12122118"/>
              <a:gd name="connsiteX6" fmla="*/ 1363110 w 12976527"/>
              <a:gd name="connsiteY6" fmla="*/ 12114000 h 12122118"/>
              <a:gd name="connsiteX7" fmla="*/ 74969 w 12976527"/>
              <a:gd name="connsiteY7" fmla="*/ 11161758 h 12122118"/>
              <a:gd name="connsiteX8" fmla="*/ 323 w 12976527"/>
              <a:gd name="connsiteY8" fmla="*/ 1586722 h 12122118"/>
              <a:gd name="connsiteX0" fmla="*/ 323 w 12976527"/>
              <a:gd name="connsiteY0" fmla="*/ 1586722 h 12114000"/>
              <a:gd name="connsiteX1" fmla="*/ 1064531 w 12976527"/>
              <a:gd name="connsiteY1" fmla="*/ 18662 h 12114000"/>
              <a:gd name="connsiteX2" fmla="*/ 11743831 w 12976527"/>
              <a:gd name="connsiteY2" fmla="*/ 0 h 12114000"/>
              <a:gd name="connsiteX3" fmla="*/ 12975988 w 12976527"/>
              <a:gd name="connsiteY3" fmla="*/ 1176175 h 12114000"/>
              <a:gd name="connsiteX4" fmla="*/ 12938668 w 12976527"/>
              <a:gd name="connsiteY4" fmla="*/ 11012468 h 12114000"/>
              <a:gd name="connsiteX5" fmla="*/ 11893120 w 12976527"/>
              <a:gd name="connsiteY5" fmla="*/ 12058015 h 12114000"/>
              <a:gd name="connsiteX6" fmla="*/ 1363110 w 12976527"/>
              <a:gd name="connsiteY6" fmla="*/ 12114000 h 12114000"/>
              <a:gd name="connsiteX7" fmla="*/ 37646 w 12976527"/>
              <a:gd name="connsiteY7" fmla="*/ 10919162 h 12114000"/>
              <a:gd name="connsiteX8" fmla="*/ 323 w 12976527"/>
              <a:gd name="connsiteY8" fmla="*/ 1586722 h 12114000"/>
              <a:gd name="connsiteX0" fmla="*/ 323 w 12976527"/>
              <a:gd name="connsiteY0" fmla="*/ 1586722 h 12114323"/>
              <a:gd name="connsiteX1" fmla="*/ 1064531 w 12976527"/>
              <a:gd name="connsiteY1" fmla="*/ 18662 h 12114323"/>
              <a:gd name="connsiteX2" fmla="*/ 11743831 w 12976527"/>
              <a:gd name="connsiteY2" fmla="*/ 0 h 12114323"/>
              <a:gd name="connsiteX3" fmla="*/ 12975988 w 12976527"/>
              <a:gd name="connsiteY3" fmla="*/ 1176175 h 12114323"/>
              <a:gd name="connsiteX4" fmla="*/ 12938668 w 12976527"/>
              <a:gd name="connsiteY4" fmla="*/ 11012468 h 12114323"/>
              <a:gd name="connsiteX5" fmla="*/ 11893120 w 12976527"/>
              <a:gd name="connsiteY5" fmla="*/ 12058015 h 12114323"/>
              <a:gd name="connsiteX6" fmla="*/ 1363110 w 12976527"/>
              <a:gd name="connsiteY6" fmla="*/ 12114000 h 12114323"/>
              <a:gd name="connsiteX7" fmla="*/ 18984 w 12976527"/>
              <a:gd name="connsiteY7" fmla="*/ 11049791 h 12114323"/>
              <a:gd name="connsiteX8" fmla="*/ 323 w 12976527"/>
              <a:gd name="connsiteY8" fmla="*/ 1586722 h 1211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976527" h="12114323">
                <a:moveTo>
                  <a:pt x="323" y="1586722"/>
                </a:moveTo>
                <a:cubicBezTo>
                  <a:pt x="323" y="473355"/>
                  <a:pt x="-48836" y="18662"/>
                  <a:pt x="1064531" y="18662"/>
                </a:cubicBezTo>
                <a:lnTo>
                  <a:pt x="11743831" y="0"/>
                </a:lnTo>
                <a:cubicBezTo>
                  <a:pt x="12857198" y="0"/>
                  <a:pt x="12975988" y="62808"/>
                  <a:pt x="12975988" y="1176175"/>
                </a:cubicBezTo>
                <a:cubicBezTo>
                  <a:pt x="12982209" y="4050613"/>
                  <a:pt x="12932447" y="8138030"/>
                  <a:pt x="12938668" y="11012468"/>
                </a:cubicBezTo>
                <a:cubicBezTo>
                  <a:pt x="12938668" y="12125835"/>
                  <a:pt x="13006487" y="12058015"/>
                  <a:pt x="11893120" y="12058015"/>
                </a:cubicBezTo>
                <a:lnTo>
                  <a:pt x="1363110" y="12114000"/>
                </a:lnTo>
                <a:cubicBezTo>
                  <a:pt x="249743" y="12114000"/>
                  <a:pt x="18984" y="12163158"/>
                  <a:pt x="18984" y="11049791"/>
                </a:cubicBezTo>
                <a:cubicBezTo>
                  <a:pt x="12764" y="7895435"/>
                  <a:pt x="6543" y="4741078"/>
                  <a:pt x="323" y="1586722"/>
                </a:cubicBezTo>
                <a:close/>
              </a:path>
            </a:pathLst>
          </a:custGeom>
          <a:ln w="38100">
            <a:solidFill>
              <a:srgbClr val="FDB619"/>
            </a:solidFill>
          </a:ln>
        </p:spPr>
        <p:style>
          <a:lnRef idx="2">
            <a:schemeClr val="accent6"/>
          </a:lnRef>
          <a:fillRef idx="1">
            <a:schemeClr val="lt1"/>
          </a:fillRef>
          <a:effectRef idx="0">
            <a:schemeClr val="accent6"/>
          </a:effectRef>
          <a:fontRef idx="minor">
            <a:schemeClr val="dk1"/>
          </a:fontRef>
        </p:style>
        <p:txBody>
          <a:bodyPr rtlCol="0" anchor="ctr"/>
          <a:lstStyle/>
          <a:p>
            <a:pPr algn="just">
              <a:spcAft>
                <a:spcPts val="689"/>
              </a:spcAft>
            </a:pPr>
            <a:endParaRPr lang="en-US" sz="2400" dirty="0">
              <a:latin typeface="Cambria" panose="02040503050406030204" pitchFamily="18" charset="0"/>
              <a:ea typeface="Cambria" panose="02040503050406030204" pitchFamily="18" charset="0"/>
            </a:endParaRPr>
          </a:p>
        </p:txBody>
      </p:sp>
      <p:sp>
        <p:nvSpPr>
          <p:cNvPr id="3" name="TextBox 3"/>
          <p:cNvSpPr txBox="1"/>
          <p:nvPr/>
        </p:nvSpPr>
        <p:spPr>
          <a:xfrm>
            <a:off x="19362444" y="581639"/>
            <a:ext cx="6707" cy="810543"/>
          </a:xfrm>
          <a:prstGeom prst="rect">
            <a:avLst/>
          </a:prstGeom>
        </p:spPr>
        <p:txBody>
          <a:bodyPr lIns="0" tIns="0" rIns="0" bIns="0" rtlCol="0" anchor="t">
            <a:spAutoFit/>
          </a:bodyPr>
          <a:lstStyle/>
          <a:p>
            <a:pPr algn="ctr">
              <a:lnSpc>
                <a:spcPts val="7689"/>
              </a:lnSpc>
              <a:spcBef>
                <a:spcPct val="0"/>
              </a:spcBef>
            </a:pPr>
            <a:endParaRPr sz="2400">
              <a:latin typeface="Cambria" panose="02040503050406030204" pitchFamily="18" charset="0"/>
              <a:ea typeface="Cambria" panose="02040503050406030204" pitchFamily="18" charset="0"/>
            </a:endParaRPr>
          </a:p>
        </p:txBody>
      </p:sp>
      <p:sp>
        <p:nvSpPr>
          <p:cNvPr id="4" name="Rectangle: Rounded Corners 3">
            <a:extLst>
              <a:ext uri="{FF2B5EF4-FFF2-40B4-BE49-F238E27FC236}">
                <a16:creationId xmlns:a16="http://schemas.microsoft.com/office/drawing/2014/main" id="{1D31AE49-A47B-430E-A62F-3CECC290AD8C}"/>
              </a:ext>
            </a:extLst>
          </p:cNvPr>
          <p:cNvSpPr/>
          <p:nvPr/>
        </p:nvSpPr>
        <p:spPr>
          <a:xfrm>
            <a:off x="819711" y="5400615"/>
            <a:ext cx="8330640" cy="3689927"/>
          </a:xfrm>
          <a:prstGeom prst="roundRect">
            <a:avLst/>
          </a:prstGeom>
          <a:ln w="38100">
            <a:solidFill>
              <a:srgbClr val="FDB619"/>
            </a:solidFill>
          </a:ln>
        </p:spPr>
        <p:style>
          <a:lnRef idx="2">
            <a:schemeClr val="accent6"/>
          </a:lnRef>
          <a:fillRef idx="1">
            <a:schemeClr val="lt1"/>
          </a:fillRef>
          <a:effectRef idx="0">
            <a:schemeClr val="accent6"/>
          </a:effectRef>
          <a:fontRef idx="minor">
            <a:schemeClr val="dk1"/>
          </a:fontRef>
        </p:style>
        <p:txBody>
          <a:bodyPr rtlCol="0" anchor="ctr"/>
          <a:lstStyle/>
          <a:p>
            <a:pPr algn="just">
              <a:spcAft>
                <a:spcPts val="689"/>
              </a:spcAft>
            </a:pPr>
            <a:endParaRPr lang="en-US" sz="2400" dirty="0">
              <a:latin typeface="Cambria" panose="02040503050406030204" pitchFamily="18" charset="0"/>
              <a:ea typeface="Cambria" panose="02040503050406030204" pitchFamily="18" charset="0"/>
            </a:endParaRPr>
          </a:p>
          <a:p>
            <a:pPr algn="just">
              <a:spcAft>
                <a:spcPts val="689"/>
              </a:spcAft>
            </a:pPr>
            <a:endParaRPr lang="en-US" sz="2400" dirty="0">
              <a:latin typeface="Cambria" panose="02040503050406030204" pitchFamily="18" charset="0"/>
              <a:ea typeface="Cambria" panose="02040503050406030204" pitchFamily="18" charset="0"/>
            </a:endParaRPr>
          </a:p>
          <a:p>
            <a:pPr algn="just">
              <a:spcAft>
                <a:spcPts val="689"/>
              </a:spcAft>
            </a:pPr>
            <a:r>
              <a:rPr lang="vi-VN" sz="2400" dirty="0">
                <a:latin typeface="Cambria" panose="02040503050406030204" pitchFamily="18" charset="0"/>
                <a:ea typeface="Cambria" panose="02040503050406030204" pitchFamily="18" charset="0"/>
              </a:rPr>
              <a:t>Website bán đồ công nghệ Hmart được xây dựng nhằm cung cấp nền tảng thương mại điện tử hiện đại, hỗ trợ người dùng mua sắm trực tuyến tiện lợi và an toàn. Hệ thống tích hợp ChatBot AI sử dụng OpenAI API để tư vấn sản phẩm, trả lời câu hỏi và hỗ trợ khách hàng 24/7. Website hỗ trợ đầy đủ các chức năng: xem sản phẩm, giỏ hàng, đặt hàng, thanh toán, quản lý đơn hàng, cùng giao diện trực quan, thân thiện với người dùng.</a:t>
            </a:r>
            <a:endParaRPr lang="en-US" sz="2400" dirty="0">
              <a:latin typeface="Cambria" panose="02040503050406030204" pitchFamily="18" charset="0"/>
              <a:ea typeface="Cambria" panose="02040503050406030204" pitchFamily="18" charset="0"/>
            </a:endParaRPr>
          </a:p>
          <a:p>
            <a:pPr algn="just">
              <a:spcAft>
                <a:spcPts val="689"/>
              </a:spcAft>
            </a:pPr>
            <a:endParaRPr lang="en-US" sz="2400" dirty="0">
              <a:latin typeface="Cambria" panose="02040503050406030204" pitchFamily="18" charset="0"/>
              <a:ea typeface="Cambria" panose="02040503050406030204" pitchFamily="18" charset="0"/>
            </a:endParaRPr>
          </a:p>
        </p:txBody>
      </p:sp>
      <p:sp>
        <p:nvSpPr>
          <p:cNvPr id="5" name="Rectangle: Rounded Corners 4">
            <a:extLst>
              <a:ext uri="{FF2B5EF4-FFF2-40B4-BE49-F238E27FC236}">
                <a16:creationId xmlns:a16="http://schemas.microsoft.com/office/drawing/2014/main" id="{65F804F9-FFF5-8BB4-387D-7E04DC63C83D}"/>
              </a:ext>
            </a:extLst>
          </p:cNvPr>
          <p:cNvSpPr/>
          <p:nvPr/>
        </p:nvSpPr>
        <p:spPr>
          <a:xfrm>
            <a:off x="3652889" y="5083352"/>
            <a:ext cx="2778353" cy="575010"/>
          </a:xfrm>
          <a:prstGeom prst="roundRect">
            <a:avLst/>
          </a:prstGeom>
          <a:ln>
            <a:solidFill>
              <a:srgbClr val="1F569E"/>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Cambria" panose="02040503050406030204" pitchFamily="18" charset="0"/>
                <a:ea typeface="Cambria" panose="02040503050406030204" pitchFamily="18" charset="0"/>
              </a:rPr>
              <a:t>GIỚI THIỆU</a:t>
            </a:r>
          </a:p>
        </p:txBody>
      </p:sp>
      <p:sp>
        <p:nvSpPr>
          <p:cNvPr id="6" name="Rectangle: Rounded Corners 5">
            <a:extLst>
              <a:ext uri="{FF2B5EF4-FFF2-40B4-BE49-F238E27FC236}">
                <a16:creationId xmlns:a16="http://schemas.microsoft.com/office/drawing/2014/main" id="{2325E148-ED58-0FAC-5506-0B1E5F185C92}"/>
              </a:ext>
            </a:extLst>
          </p:cNvPr>
          <p:cNvSpPr/>
          <p:nvPr/>
        </p:nvSpPr>
        <p:spPr>
          <a:xfrm>
            <a:off x="819709" y="28766065"/>
            <a:ext cx="22008539" cy="1991867"/>
          </a:xfrm>
          <a:prstGeom prst="roundRect">
            <a:avLst/>
          </a:prstGeom>
          <a:ln w="38100">
            <a:solidFill>
              <a:srgbClr val="FDB619"/>
            </a:solidFill>
          </a:ln>
        </p:spPr>
        <p:style>
          <a:lnRef idx="2">
            <a:schemeClr val="accent6"/>
          </a:lnRef>
          <a:fillRef idx="1">
            <a:schemeClr val="lt1"/>
          </a:fillRef>
          <a:effectRef idx="0">
            <a:schemeClr val="accent6"/>
          </a:effectRef>
          <a:fontRef idx="minor">
            <a:schemeClr val="dk1"/>
          </a:fontRef>
        </p:style>
        <p:txBody>
          <a:bodyPr rtlCol="0" anchor="ctr"/>
          <a:lstStyle/>
          <a:p>
            <a:pPr algn="just">
              <a:spcAft>
                <a:spcPts val="689"/>
              </a:spcAft>
            </a:pPr>
            <a:r>
              <a:rPr lang="vi-VN" sz="2400" dirty="0">
                <a:latin typeface="Cambria" panose="02040503050406030204" pitchFamily="18" charset="0"/>
                <a:ea typeface="Cambria" panose="02040503050406030204" pitchFamily="18" charset="0"/>
              </a:rPr>
              <a:t>Đồ án đã hoàn thành mục tiêu đề ra: Xây dựng thành công website bán đồ công nghệ tích hợp ChatBot AI, đáp ứng tốt yêu cầu chức năng và phi chức năng. Hệ thống có khả năng áp dụng thực tế, mở rộng và nâng cấp. Trong tương lai có thể bổ sung: gợi ý sản phẩm thông minh, tối ưu tìm kiếm, tích hợp thanh toán đa nền tảng, và nâng cấp ChatBot thông minh hơn.</a:t>
            </a:r>
            <a:endParaRPr lang="en-US" sz="2400" dirty="0">
              <a:latin typeface="Cambria" panose="02040503050406030204" pitchFamily="18" charset="0"/>
              <a:ea typeface="Cambria" panose="02040503050406030204" pitchFamily="18" charset="0"/>
            </a:endParaRPr>
          </a:p>
        </p:txBody>
      </p:sp>
      <p:sp>
        <p:nvSpPr>
          <p:cNvPr id="7" name="Rectangle: Rounded Corners 6">
            <a:extLst>
              <a:ext uri="{FF2B5EF4-FFF2-40B4-BE49-F238E27FC236}">
                <a16:creationId xmlns:a16="http://schemas.microsoft.com/office/drawing/2014/main" id="{1B083E13-467B-4E63-24B6-43D21F66741B}"/>
              </a:ext>
            </a:extLst>
          </p:cNvPr>
          <p:cNvSpPr/>
          <p:nvPr/>
        </p:nvSpPr>
        <p:spPr>
          <a:xfrm>
            <a:off x="10275772" y="28534049"/>
            <a:ext cx="2778353" cy="464032"/>
          </a:xfrm>
          <a:prstGeom prst="roundRect">
            <a:avLst/>
          </a:prstGeom>
          <a:ln>
            <a:solidFill>
              <a:srgbClr val="1F569E"/>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latin typeface="Cambria" panose="02040503050406030204" pitchFamily="18" charset="0"/>
                <a:ea typeface="Cambria" panose="02040503050406030204" pitchFamily="18" charset="0"/>
              </a:rPr>
              <a:t>KẾT LUẬN</a:t>
            </a:r>
          </a:p>
        </p:txBody>
      </p:sp>
      <p:sp>
        <p:nvSpPr>
          <p:cNvPr id="8" name="Rectangle: Rounded Corners 7">
            <a:extLst>
              <a:ext uri="{FF2B5EF4-FFF2-40B4-BE49-F238E27FC236}">
                <a16:creationId xmlns:a16="http://schemas.microsoft.com/office/drawing/2014/main" id="{970864E9-3626-FEA4-1F1F-9056ACFD6E3D}"/>
              </a:ext>
            </a:extLst>
          </p:cNvPr>
          <p:cNvSpPr/>
          <p:nvPr/>
        </p:nvSpPr>
        <p:spPr>
          <a:xfrm>
            <a:off x="12842850" y="12630150"/>
            <a:ext cx="9337700" cy="15180894"/>
          </a:xfrm>
          <a:prstGeom prst="roundRect">
            <a:avLst/>
          </a:prstGeom>
          <a:ln>
            <a:solidFill>
              <a:srgbClr val="1F569E"/>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dirty="0">
              <a:latin typeface="Cambria" panose="02040503050406030204" pitchFamily="18" charset="0"/>
              <a:ea typeface="Cambria" panose="02040503050406030204" pitchFamily="18" charset="0"/>
            </a:endParaRPr>
          </a:p>
        </p:txBody>
      </p:sp>
      <p:pic>
        <p:nvPicPr>
          <p:cNvPr id="10" name="Picture 9">
            <a:extLst>
              <a:ext uri="{FF2B5EF4-FFF2-40B4-BE49-F238E27FC236}">
                <a16:creationId xmlns:a16="http://schemas.microsoft.com/office/drawing/2014/main" id="{E372DC4D-0948-D14A-3717-1D00D75C2837}"/>
              </a:ext>
            </a:extLst>
          </p:cNvPr>
          <p:cNvPicPr>
            <a:picLocks noChangeAspect="1"/>
          </p:cNvPicPr>
          <p:nvPr/>
        </p:nvPicPr>
        <p:blipFill>
          <a:blip r:embed="rId3"/>
          <a:stretch>
            <a:fillRect/>
          </a:stretch>
        </p:blipFill>
        <p:spPr>
          <a:xfrm>
            <a:off x="15061024" y="13116184"/>
            <a:ext cx="5304904" cy="9983104"/>
          </a:xfrm>
          <a:prstGeom prst="rect">
            <a:avLst/>
          </a:prstGeom>
        </p:spPr>
      </p:pic>
      <p:pic>
        <p:nvPicPr>
          <p:cNvPr id="11" name="Picture 10">
            <a:extLst>
              <a:ext uri="{FF2B5EF4-FFF2-40B4-BE49-F238E27FC236}">
                <a16:creationId xmlns:a16="http://schemas.microsoft.com/office/drawing/2014/main" id="{6BD0C3AF-6BC5-FF18-C936-92D08726C8E5}"/>
              </a:ext>
            </a:extLst>
          </p:cNvPr>
          <p:cNvPicPr/>
          <p:nvPr/>
        </p:nvPicPr>
        <p:blipFill>
          <a:blip r:embed="rId4"/>
          <a:stretch>
            <a:fillRect/>
          </a:stretch>
        </p:blipFill>
        <p:spPr>
          <a:xfrm>
            <a:off x="15322552" y="23585322"/>
            <a:ext cx="5151648" cy="3615954"/>
          </a:xfrm>
          <a:prstGeom prst="rect">
            <a:avLst/>
          </a:prstGeom>
        </p:spPr>
      </p:pic>
      <p:sp>
        <p:nvSpPr>
          <p:cNvPr id="12" name="Rectangle: Rounded Corners 11">
            <a:extLst>
              <a:ext uri="{FF2B5EF4-FFF2-40B4-BE49-F238E27FC236}">
                <a16:creationId xmlns:a16="http://schemas.microsoft.com/office/drawing/2014/main" id="{093171B9-6536-F89F-6A5D-89B7C6AAC453}"/>
              </a:ext>
            </a:extLst>
          </p:cNvPr>
          <p:cNvSpPr/>
          <p:nvPr/>
        </p:nvSpPr>
        <p:spPr>
          <a:xfrm>
            <a:off x="1997610" y="12720269"/>
            <a:ext cx="9667340" cy="15086966"/>
          </a:xfrm>
          <a:prstGeom prst="roundRect">
            <a:avLst/>
          </a:prstGeom>
          <a:ln>
            <a:solidFill>
              <a:srgbClr val="1F569E"/>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a:latin typeface="Cambria" panose="02040503050406030204" pitchFamily="18" charset="0"/>
              <a:ea typeface="Cambria" panose="02040503050406030204" pitchFamily="18" charset="0"/>
            </a:endParaRPr>
          </a:p>
        </p:txBody>
      </p:sp>
      <p:pic>
        <p:nvPicPr>
          <p:cNvPr id="17" name="Picture 16">
            <a:extLst>
              <a:ext uri="{FF2B5EF4-FFF2-40B4-BE49-F238E27FC236}">
                <a16:creationId xmlns:a16="http://schemas.microsoft.com/office/drawing/2014/main" id="{210167AC-0C9F-6667-1E86-9C226366CCCB}"/>
              </a:ext>
            </a:extLst>
          </p:cNvPr>
          <p:cNvPicPr>
            <a:picLocks noChangeAspect="1"/>
          </p:cNvPicPr>
          <p:nvPr/>
        </p:nvPicPr>
        <p:blipFill>
          <a:blip r:embed="rId5"/>
          <a:stretch>
            <a:fillRect/>
          </a:stretch>
        </p:blipFill>
        <p:spPr>
          <a:xfrm>
            <a:off x="6465718" y="22817429"/>
            <a:ext cx="2532907" cy="1306671"/>
          </a:xfrm>
          <a:prstGeom prst="rect">
            <a:avLst/>
          </a:prstGeom>
          <a:ln>
            <a:solidFill>
              <a:srgbClr val="FFFF00"/>
            </a:solidFill>
          </a:ln>
        </p:spPr>
      </p:pic>
      <p:pic>
        <p:nvPicPr>
          <p:cNvPr id="18" name="Picture 17">
            <a:extLst>
              <a:ext uri="{FF2B5EF4-FFF2-40B4-BE49-F238E27FC236}">
                <a16:creationId xmlns:a16="http://schemas.microsoft.com/office/drawing/2014/main" id="{2C880AAC-0A22-C8A0-65AE-0D55EF568441}"/>
              </a:ext>
            </a:extLst>
          </p:cNvPr>
          <p:cNvPicPr>
            <a:picLocks noChangeAspect="1"/>
          </p:cNvPicPr>
          <p:nvPr/>
        </p:nvPicPr>
        <p:blipFill>
          <a:blip r:embed="rId6"/>
          <a:stretch>
            <a:fillRect/>
          </a:stretch>
        </p:blipFill>
        <p:spPr>
          <a:xfrm>
            <a:off x="3028738" y="25449933"/>
            <a:ext cx="3162335" cy="1367439"/>
          </a:xfrm>
          <a:prstGeom prst="rect">
            <a:avLst/>
          </a:prstGeom>
          <a:ln>
            <a:solidFill>
              <a:srgbClr val="FFFF00"/>
            </a:solidFill>
          </a:ln>
        </p:spPr>
      </p:pic>
      <p:pic>
        <p:nvPicPr>
          <p:cNvPr id="19" name="Picture 18">
            <a:extLst>
              <a:ext uri="{FF2B5EF4-FFF2-40B4-BE49-F238E27FC236}">
                <a16:creationId xmlns:a16="http://schemas.microsoft.com/office/drawing/2014/main" id="{2E40AF07-F9F1-4803-1247-E9DF6C008640}"/>
              </a:ext>
            </a:extLst>
          </p:cNvPr>
          <p:cNvPicPr>
            <a:picLocks noChangeAspect="1"/>
          </p:cNvPicPr>
          <p:nvPr/>
        </p:nvPicPr>
        <p:blipFill>
          <a:blip r:embed="rId7"/>
          <a:stretch>
            <a:fillRect/>
          </a:stretch>
        </p:blipFill>
        <p:spPr>
          <a:xfrm>
            <a:off x="3016363" y="26966486"/>
            <a:ext cx="3383455" cy="627220"/>
          </a:xfrm>
          <a:prstGeom prst="rect">
            <a:avLst/>
          </a:prstGeom>
          <a:ln>
            <a:solidFill>
              <a:srgbClr val="FFFF00"/>
            </a:solidFill>
          </a:ln>
        </p:spPr>
      </p:pic>
      <p:pic>
        <p:nvPicPr>
          <p:cNvPr id="20" name="Picture 19">
            <a:extLst>
              <a:ext uri="{FF2B5EF4-FFF2-40B4-BE49-F238E27FC236}">
                <a16:creationId xmlns:a16="http://schemas.microsoft.com/office/drawing/2014/main" id="{564DEA04-E750-E366-1E6F-70B20CAAF65E}"/>
              </a:ext>
            </a:extLst>
          </p:cNvPr>
          <p:cNvPicPr>
            <a:picLocks noChangeAspect="1"/>
          </p:cNvPicPr>
          <p:nvPr/>
        </p:nvPicPr>
        <p:blipFill>
          <a:blip r:embed="rId8"/>
          <a:stretch>
            <a:fillRect/>
          </a:stretch>
        </p:blipFill>
        <p:spPr>
          <a:xfrm>
            <a:off x="6471308" y="21510295"/>
            <a:ext cx="4523235" cy="1064061"/>
          </a:xfrm>
          <a:prstGeom prst="rect">
            <a:avLst/>
          </a:prstGeom>
          <a:ln>
            <a:solidFill>
              <a:srgbClr val="FFFF00"/>
            </a:solidFill>
          </a:ln>
        </p:spPr>
      </p:pic>
      <p:pic>
        <p:nvPicPr>
          <p:cNvPr id="21" name="Picture 20">
            <a:extLst>
              <a:ext uri="{FF2B5EF4-FFF2-40B4-BE49-F238E27FC236}">
                <a16:creationId xmlns:a16="http://schemas.microsoft.com/office/drawing/2014/main" id="{513FAC91-9F70-F278-9C6B-7AFE2BB39A3C}"/>
              </a:ext>
            </a:extLst>
          </p:cNvPr>
          <p:cNvPicPr>
            <a:picLocks noChangeAspect="1"/>
          </p:cNvPicPr>
          <p:nvPr/>
        </p:nvPicPr>
        <p:blipFill>
          <a:blip r:embed="rId9"/>
          <a:stretch>
            <a:fillRect/>
          </a:stretch>
        </p:blipFill>
        <p:spPr>
          <a:xfrm>
            <a:off x="3038121" y="13164553"/>
            <a:ext cx="2821136" cy="2094632"/>
          </a:xfrm>
          <a:prstGeom prst="rect">
            <a:avLst/>
          </a:prstGeom>
          <a:ln>
            <a:solidFill>
              <a:srgbClr val="FFFF00"/>
            </a:solidFill>
          </a:ln>
        </p:spPr>
      </p:pic>
      <p:pic>
        <p:nvPicPr>
          <p:cNvPr id="22" name="Picture 21">
            <a:extLst>
              <a:ext uri="{FF2B5EF4-FFF2-40B4-BE49-F238E27FC236}">
                <a16:creationId xmlns:a16="http://schemas.microsoft.com/office/drawing/2014/main" id="{E4C0A2AE-8C95-58B5-BB68-5391E65AFA1A}"/>
              </a:ext>
            </a:extLst>
          </p:cNvPr>
          <p:cNvPicPr>
            <a:picLocks noChangeAspect="1"/>
          </p:cNvPicPr>
          <p:nvPr/>
        </p:nvPicPr>
        <p:blipFill>
          <a:blip r:embed="rId10"/>
          <a:stretch>
            <a:fillRect/>
          </a:stretch>
        </p:blipFill>
        <p:spPr>
          <a:xfrm>
            <a:off x="6652698" y="13220096"/>
            <a:ext cx="4399242" cy="2073189"/>
          </a:xfrm>
          <a:prstGeom prst="rect">
            <a:avLst/>
          </a:prstGeom>
          <a:ln>
            <a:solidFill>
              <a:srgbClr val="FFFF00"/>
            </a:solidFill>
          </a:ln>
        </p:spPr>
      </p:pic>
      <p:pic>
        <p:nvPicPr>
          <p:cNvPr id="23" name="Picture 22">
            <a:extLst>
              <a:ext uri="{FF2B5EF4-FFF2-40B4-BE49-F238E27FC236}">
                <a16:creationId xmlns:a16="http://schemas.microsoft.com/office/drawing/2014/main" id="{8DBCA7AD-BF9C-1FBD-37B0-513268BDCFEB}"/>
              </a:ext>
            </a:extLst>
          </p:cNvPr>
          <p:cNvPicPr>
            <a:picLocks noChangeAspect="1"/>
          </p:cNvPicPr>
          <p:nvPr/>
        </p:nvPicPr>
        <p:blipFill>
          <a:blip r:embed="rId11"/>
          <a:stretch>
            <a:fillRect/>
          </a:stretch>
        </p:blipFill>
        <p:spPr>
          <a:xfrm>
            <a:off x="3038121" y="15481944"/>
            <a:ext cx="4067998" cy="1825639"/>
          </a:xfrm>
          <a:prstGeom prst="rect">
            <a:avLst/>
          </a:prstGeom>
          <a:ln>
            <a:solidFill>
              <a:srgbClr val="FFFF00"/>
            </a:solidFill>
          </a:ln>
        </p:spPr>
      </p:pic>
      <p:pic>
        <p:nvPicPr>
          <p:cNvPr id="24" name="Picture 23">
            <a:extLst>
              <a:ext uri="{FF2B5EF4-FFF2-40B4-BE49-F238E27FC236}">
                <a16:creationId xmlns:a16="http://schemas.microsoft.com/office/drawing/2014/main" id="{411E1560-DD73-522C-D655-EEE82AF8DAB3}"/>
              </a:ext>
            </a:extLst>
          </p:cNvPr>
          <p:cNvPicPr>
            <a:picLocks noChangeAspect="1"/>
          </p:cNvPicPr>
          <p:nvPr/>
        </p:nvPicPr>
        <p:blipFill>
          <a:blip r:embed="rId12"/>
          <a:stretch>
            <a:fillRect/>
          </a:stretch>
        </p:blipFill>
        <p:spPr>
          <a:xfrm>
            <a:off x="7419787" y="15483105"/>
            <a:ext cx="3608441" cy="1849925"/>
          </a:xfrm>
          <a:prstGeom prst="rect">
            <a:avLst/>
          </a:prstGeom>
          <a:ln>
            <a:solidFill>
              <a:srgbClr val="FFFF00"/>
            </a:solidFill>
          </a:ln>
        </p:spPr>
      </p:pic>
      <p:pic>
        <p:nvPicPr>
          <p:cNvPr id="25" name="Picture 24">
            <a:extLst>
              <a:ext uri="{FF2B5EF4-FFF2-40B4-BE49-F238E27FC236}">
                <a16:creationId xmlns:a16="http://schemas.microsoft.com/office/drawing/2014/main" id="{2169B3C7-CEE8-D8F7-69D6-92AFC257F000}"/>
              </a:ext>
            </a:extLst>
          </p:cNvPr>
          <p:cNvPicPr>
            <a:picLocks noChangeAspect="1"/>
          </p:cNvPicPr>
          <p:nvPr/>
        </p:nvPicPr>
        <p:blipFill>
          <a:blip r:embed="rId13"/>
          <a:stretch>
            <a:fillRect/>
          </a:stretch>
        </p:blipFill>
        <p:spPr>
          <a:xfrm>
            <a:off x="3038121" y="17507745"/>
            <a:ext cx="3943438" cy="1845547"/>
          </a:xfrm>
          <a:prstGeom prst="rect">
            <a:avLst/>
          </a:prstGeom>
          <a:ln>
            <a:solidFill>
              <a:srgbClr val="FFFF00"/>
            </a:solidFill>
          </a:ln>
        </p:spPr>
      </p:pic>
      <p:pic>
        <p:nvPicPr>
          <p:cNvPr id="26" name="Picture 25">
            <a:extLst>
              <a:ext uri="{FF2B5EF4-FFF2-40B4-BE49-F238E27FC236}">
                <a16:creationId xmlns:a16="http://schemas.microsoft.com/office/drawing/2014/main" id="{6E0E2EAD-AE76-07EA-FA3D-8AAE7AA8493D}"/>
              </a:ext>
            </a:extLst>
          </p:cNvPr>
          <p:cNvPicPr>
            <a:picLocks noChangeAspect="1"/>
          </p:cNvPicPr>
          <p:nvPr/>
        </p:nvPicPr>
        <p:blipFill>
          <a:blip r:embed="rId14"/>
          <a:stretch>
            <a:fillRect/>
          </a:stretch>
        </p:blipFill>
        <p:spPr>
          <a:xfrm>
            <a:off x="7693550" y="17551783"/>
            <a:ext cx="3300993" cy="1805229"/>
          </a:xfrm>
          <a:prstGeom prst="rect">
            <a:avLst/>
          </a:prstGeom>
          <a:ln>
            <a:solidFill>
              <a:srgbClr val="FFFF00"/>
            </a:solidFill>
          </a:ln>
        </p:spPr>
      </p:pic>
      <p:pic>
        <p:nvPicPr>
          <p:cNvPr id="27" name="Picture 26">
            <a:extLst>
              <a:ext uri="{FF2B5EF4-FFF2-40B4-BE49-F238E27FC236}">
                <a16:creationId xmlns:a16="http://schemas.microsoft.com/office/drawing/2014/main" id="{2019FF70-97D7-0106-EFF6-2AB7FC469CDC}"/>
              </a:ext>
            </a:extLst>
          </p:cNvPr>
          <p:cNvPicPr>
            <a:picLocks noChangeAspect="1"/>
          </p:cNvPicPr>
          <p:nvPr/>
        </p:nvPicPr>
        <p:blipFill>
          <a:blip r:embed="rId15"/>
          <a:stretch>
            <a:fillRect/>
          </a:stretch>
        </p:blipFill>
        <p:spPr>
          <a:xfrm>
            <a:off x="3035940" y="19583459"/>
            <a:ext cx="4070179" cy="1650602"/>
          </a:xfrm>
          <a:prstGeom prst="rect">
            <a:avLst/>
          </a:prstGeom>
          <a:ln>
            <a:solidFill>
              <a:srgbClr val="FFFF00"/>
            </a:solidFill>
          </a:ln>
        </p:spPr>
      </p:pic>
      <p:pic>
        <p:nvPicPr>
          <p:cNvPr id="28" name="Picture 27">
            <a:extLst>
              <a:ext uri="{FF2B5EF4-FFF2-40B4-BE49-F238E27FC236}">
                <a16:creationId xmlns:a16="http://schemas.microsoft.com/office/drawing/2014/main" id="{F3E97916-9446-A1A2-0B27-D30372C6BC44}"/>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386101" y="19575765"/>
            <a:ext cx="3608442" cy="1725743"/>
          </a:xfrm>
          <a:prstGeom prst="rect">
            <a:avLst/>
          </a:prstGeom>
          <a:ln>
            <a:solidFill>
              <a:srgbClr val="FFFF00"/>
            </a:solidFill>
          </a:ln>
        </p:spPr>
      </p:pic>
      <p:pic>
        <p:nvPicPr>
          <p:cNvPr id="29" name="Picture 28">
            <a:extLst>
              <a:ext uri="{FF2B5EF4-FFF2-40B4-BE49-F238E27FC236}">
                <a16:creationId xmlns:a16="http://schemas.microsoft.com/office/drawing/2014/main" id="{835EB46E-C85D-C98D-1705-F255DA4FEF80}"/>
              </a:ext>
            </a:extLst>
          </p:cNvPr>
          <p:cNvPicPr>
            <a:picLocks noChangeAspect="1"/>
          </p:cNvPicPr>
          <p:nvPr/>
        </p:nvPicPr>
        <p:blipFill>
          <a:blip r:embed="rId17"/>
          <a:stretch>
            <a:fillRect/>
          </a:stretch>
        </p:blipFill>
        <p:spPr>
          <a:xfrm>
            <a:off x="9132409" y="23070749"/>
            <a:ext cx="1866630" cy="2039314"/>
          </a:xfrm>
          <a:prstGeom prst="rect">
            <a:avLst/>
          </a:prstGeom>
          <a:ln>
            <a:solidFill>
              <a:srgbClr val="FFFF00"/>
            </a:solidFill>
          </a:ln>
        </p:spPr>
      </p:pic>
      <p:pic>
        <p:nvPicPr>
          <p:cNvPr id="30" name="Picture 29">
            <a:extLst>
              <a:ext uri="{FF2B5EF4-FFF2-40B4-BE49-F238E27FC236}">
                <a16:creationId xmlns:a16="http://schemas.microsoft.com/office/drawing/2014/main" id="{5DCB0907-FD1B-9B6C-E243-3E83C8216F99}"/>
              </a:ext>
            </a:extLst>
          </p:cNvPr>
          <p:cNvPicPr>
            <a:picLocks noChangeAspect="1"/>
          </p:cNvPicPr>
          <p:nvPr/>
        </p:nvPicPr>
        <p:blipFill>
          <a:blip r:embed="rId18"/>
          <a:stretch>
            <a:fillRect/>
          </a:stretch>
        </p:blipFill>
        <p:spPr>
          <a:xfrm>
            <a:off x="6925495" y="25360571"/>
            <a:ext cx="3993060" cy="1934529"/>
          </a:xfrm>
          <a:prstGeom prst="rect">
            <a:avLst/>
          </a:prstGeom>
          <a:ln>
            <a:solidFill>
              <a:srgbClr val="FFFF00"/>
            </a:solidFill>
          </a:ln>
        </p:spPr>
      </p:pic>
      <p:pic>
        <p:nvPicPr>
          <p:cNvPr id="31" name="Picture 30">
            <a:extLst>
              <a:ext uri="{FF2B5EF4-FFF2-40B4-BE49-F238E27FC236}">
                <a16:creationId xmlns:a16="http://schemas.microsoft.com/office/drawing/2014/main" id="{D0A565A6-F71C-E90A-1173-0151C25D9382}"/>
              </a:ext>
            </a:extLst>
          </p:cNvPr>
          <p:cNvPicPr>
            <a:picLocks noChangeAspect="1"/>
          </p:cNvPicPr>
          <p:nvPr/>
        </p:nvPicPr>
        <p:blipFill>
          <a:blip r:embed="rId19"/>
          <a:stretch>
            <a:fillRect/>
          </a:stretch>
        </p:blipFill>
        <p:spPr>
          <a:xfrm>
            <a:off x="3016363" y="23470765"/>
            <a:ext cx="3355541" cy="1845547"/>
          </a:xfrm>
          <a:prstGeom prst="rect">
            <a:avLst/>
          </a:prstGeom>
          <a:ln>
            <a:solidFill>
              <a:srgbClr val="FFFF00"/>
            </a:solidFill>
          </a:ln>
        </p:spPr>
      </p:pic>
      <p:pic>
        <p:nvPicPr>
          <p:cNvPr id="32" name="Picture 31">
            <a:extLst>
              <a:ext uri="{FF2B5EF4-FFF2-40B4-BE49-F238E27FC236}">
                <a16:creationId xmlns:a16="http://schemas.microsoft.com/office/drawing/2014/main" id="{456F877D-24CA-36C5-C6B9-D23137A4D5B2}"/>
              </a:ext>
            </a:extLst>
          </p:cNvPr>
          <p:cNvPicPr>
            <a:picLocks noChangeAspect="1"/>
          </p:cNvPicPr>
          <p:nvPr/>
        </p:nvPicPr>
        <p:blipFill>
          <a:blip r:embed="rId20"/>
          <a:stretch>
            <a:fillRect/>
          </a:stretch>
        </p:blipFill>
        <p:spPr>
          <a:xfrm>
            <a:off x="3035940" y="21419099"/>
            <a:ext cx="3222150" cy="1831625"/>
          </a:xfrm>
          <a:prstGeom prst="rect">
            <a:avLst/>
          </a:prstGeom>
          <a:ln>
            <a:solidFill>
              <a:srgbClr val="FFFF00"/>
            </a:solidFill>
          </a:ln>
        </p:spPr>
      </p:pic>
      <p:sp>
        <p:nvSpPr>
          <p:cNvPr id="33" name="Rectangle: Rounded Corners 36">
            <a:extLst>
              <a:ext uri="{FF2B5EF4-FFF2-40B4-BE49-F238E27FC236}">
                <a16:creationId xmlns:a16="http://schemas.microsoft.com/office/drawing/2014/main" id="{923BC503-8193-53B2-925E-81B0907C3167}"/>
              </a:ext>
            </a:extLst>
          </p:cNvPr>
          <p:cNvSpPr/>
          <p:nvPr/>
        </p:nvSpPr>
        <p:spPr>
          <a:xfrm>
            <a:off x="856539" y="9555301"/>
            <a:ext cx="8330639" cy="2076690"/>
          </a:xfrm>
          <a:custGeom>
            <a:avLst/>
            <a:gdLst>
              <a:gd name="connsiteX0" fmla="*/ 0 w 12919681"/>
              <a:gd name="connsiteY0" fmla="*/ 1049212 h 6295144"/>
              <a:gd name="connsiteX1" fmla="*/ 1049212 w 12919681"/>
              <a:gd name="connsiteY1" fmla="*/ 0 h 6295144"/>
              <a:gd name="connsiteX2" fmla="*/ 11870469 w 12919681"/>
              <a:gd name="connsiteY2" fmla="*/ 0 h 6295144"/>
              <a:gd name="connsiteX3" fmla="*/ 12919681 w 12919681"/>
              <a:gd name="connsiteY3" fmla="*/ 1049212 h 6295144"/>
              <a:gd name="connsiteX4" fmla="*/ 12919681 w 12919681"/>
              <a:gd name="connsiteY4" fmla="*/ 5245932 h 6295144"/>
              <a:gd name="connsiteX5" fmla="*/ 1187046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1049212 h 6295144"/>
              <a:gd name="connsiteX0" fmla="*/ 0 w 12919681"/>
              <a:gd name="connsiteY0" fmla="*/ 1049212 h 6295144"/>
              <a:gd name="connsiteX1" fmla="*/ 620004 w 12919681"/>
              <a:gd name="connsiteY1" fmla="*/ 18661 h 6295144"/>
              <a:gd name="connsiteX2" fmla="*/ 11870469 w 12919681"/>
              <a:gd name="connsiteY2" fmla="*/ 0 h 6295144"/>
              <a:gd name="connsiteX3" fmla="*/ 12919681 w 12919681"/>
              <a:gd name="connsiteY3" fmla="*/ 1049212 h 6295144"/>
              <a:gd name="connsiteX4" fmla="*/ 12919681 w 12919681"/>
              <a:gd name="connsiteY4" fmla="*/ 5245932 h 6295144"/>
              <a:gd name="connsiteX5" fmla="*/ 1187046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1049212 h 6295144"/>
              <a:gd name="connsiteX0" fmla="*/ 0 w 12919681"/>
              <a:gd name="connsiteY0" fmla="*/ 769293 h 6295144"/>
              <a:gd name="connsiteX1" fmla="*/ 620004 w 12919681"/>
              <a:gd name="connsiteY1" fmla="*/ 18661 h 6295144"/>
              <a:gd name="connsiteX2" fmla="*/ 11870469 w 12919681"/>
              <a:gd name="connsiteY2" fmla="*/ 0 h 6295144"/>
              <a:gd name="connsiteX3" fmla="*/ 12919681 w 12919681"/>
              <a:gd name="connsiteY3" fmla="*/ 1049212 h 6295144"/>
              <a:gd name="connsiteX4" fmla="*/ 12919681 w 12919681"/>
              <a:gd name="connsiteY4" fmla="*/ 5245932 h 6295144"/>
              <a:gd name="connsiteX5" fmla="*/ 1187046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1870469 w 12919681"/>
              <a:gd name="connsiteY2" fmla="*/ 0 h 6295144"/>
              <a:gd name="connsiteX3" fmla="*/ 12919681 w 12919681"/>
              <a:gd name="connsiteY3" fmla="*/ 731971 h 6295144"/>
              <a:gd name="connsiteX4" fmla="*/ 12919681 w 12919681"/>
              <a:gd name="connsiteY4" fmla="*/ 5245932 h 6295144"/>
              <a:gd name="connsiteX5" fmla="*/ 1187046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2299677 w 12919681"/>
              <a:gd name="connsiteY2" fmla="*/ 0 h 6295144"/>
              <a:gd name="connsiteX3" fmla="*/ 12919681 w 12919681"/>
              <a:gd name="connsiteY3" fmla="*/ 731971 h 6295144"/>
              <a:gd name="connsiteX4" fmla="*/ 12919681 w 12919681"/>
              <a:gd name="connsiteY4" fmla="*/ 5245932 h 6295144"/>
              <a:gd name="connsiteX5" fmla="*/ 1187046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2299677 w 12919681"/>
              <a:gd name="connsiteY2" fmla="*/ 0 h 6295144"/>
              <a:gd name="connsiteX3" fmla="*/ 12919681 w 12919681"/>
              <a:gd name="connsiteY3" fmla="*/ 731971 h 6295144"/>
              <a:gd name="connsiteX4" fmla="*/ 12919681 w 12919681"/>
              <a:gd name="connsiteY4" fmla="*/ 5656479 h 6295144"/>
              <a:gd name="connsiteX5" fmla="*/ 1187046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2299677 w 12919681"/>
              <a:gd name="connsiteY2" fmla="*/ 0 h 6295144"/>
              <a:gd name="connsiteX3" fmla="*/ 12919681 w 12919681"/>
              <a:gd name="connsiteY3" fmla="*/ 731971 h 6295144"/>
              <a:gd name="connsiteX4" fmla="*/ 12919681 w 12919681"/>
              <a:gd name="connsiteY4" fmla="*/ 5656479 h 6295144"/>
              <a:gd name="connsiteX5" fmla="*/ 1216904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2299677 w 12919681"/>
              <a:gd name="connsiteY2" fmla="*/ 0 h 6295144"/>
              <a:gd name="connsiteX3" fmla="*/ 12919681 w 12919681"/>
              <a:gd name="connsiteY3" fmla="*/ 731971 h 6295144"/>
              <a:gd name="connsiteX4" fmla="*/ 12919681 w 12919681"/>
              <a:gd name="connsiteY4" fmla="*/ 5656479 h 6295144"/>
              <a:gd name="connsiteX5" fmla="*/ 12169049 w 12919681"/>
              <a:gd name="connsiteY5" fmla="*/ 6295144 h 6295144"/>
              <a:gd name="connsiteX6" fmla="*/ 601343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2299677 w 12919681"/>
              <a:gd name="connsiteY2" fmla="*/ 0 h 6295144"/>
              <a:gd name="connsiteX3" fmla="*/ 12919681 w 12919681"/>
              <a:gd name="connsiteY3" fmla="*/ 731971 h 6295144"/>
              <a:gd name="connsiteX4" fmla="*/ 12919681 w 12919681"/>
              <a:gd name="connsiteY4" fmla="*/ 5656479 h 6295144"/>
              <a:gd name="connsiteX5" fmla="*/ 12169049 w 12919681"/>
              <a:gd name="connsiteY5" fmla="*/ 6295144 h 6295144"/>
              <a:gd name="connsiteX6" fmla="*/ 750633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2299677 w 12919681"/>
              <a:gd name="connsiteY2" fmla="*/ 0 h 6295144"/>
              <a:gd name="connsiteX3" fmla="*/ 12919681 w 12919681"/>
              <a:gd name="connsiteY3" fmla="*/ 731971 h 6295144"/>
              <a:gd name="connsiteX4" fmla="*/ 12919681 w 12919681"/>
              <a:gd name="connsiteY4" fmla="*/ 5656479 h 6295144"/>
              <a:gd name="connsiteX5" fmla="*/ 12169049 w 12919681"/>
              <a:gd name="connsiteY5" fmla="*/ 6295144 h 6295144"/>
              <a:gd name="connsiteX6" fmla="*/ 750633 w 12919681"/>
              <a:gd name="connsiteY6" fmla="*/ 6295144 h 6295144"/>
              <a:gd name="connsiteX7" fmla="*/ 0 w 12919681"/>
              <a:gd name="connsiteY7" fmla="*/ 5563172 h 6295144"/>
              <a:gd name="connsiteX8" fmla="*/ 0 w 12919681"/>
              <a:gd name="connsiteY8" fmla="*/ 769293 h 6295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919681" h="6295144">
                <a:moveTo>
                  <a:pt x="0" y="769293"/>
                </a:moveTo>
                <a:cubicBezTo>
                  <a:pt x="0" y="189829"/>
                  <a:pt x="40540" y="18661"/>
                  <a:pt x="620004" y="18661"/>
                </a:cubicBezTo>
                <a:lnTo>
                  <a:pt x="12299677" y="0"/>
                </a:lnTo>
                <a:cubicBezTo>
                  <a:pt x="12879141" y="0"/>
                  <a:pt x="12919681" y="152507"/>
                  <a:pt x="12919681" y="731971"/>
                </a:cubicBezTo>
                <a:lnTo>
                  <a:pt x="12919681" y="5656479"/>
                </a:lnTo>
                <a:cubicBezTo>
                  <a:pt x="12919681" y="6235943"/>
                  <a:pt x="12748513" y="6295144"/>
                  <a:pt x="12169049" y="6295144"/>
                </a:cubicBezTo>
                <a:lnTo>
                  <a:pt x="750633" y="6295144"/>
                </a:lnTo>
                <a:cubicBezTo>
                  <a:pt x="171169" y="6295144"/>
                  <a:pt x="0" y="6142636"/>
                  <a:pt x="0" y="5563172"/>
                </a:cubicBezTo>
                <a:lnTo>
                  <a:pt x="0" y="769293"/>
                </a:lnTo>
                <a:close/>
              </a:path>
            </a:pathLst>
          </a:custGeom>
          <a:ln w="38100">
            <a:solidFill>
              <a:srgbClr val="FDB619"/>
            </a:solidFill>
          </a:ln>
        </p:spPr>
        <p:style>
          <a:lnRef idx="2">
            <a:schemeClr val="accent6"/>
          </a:lnRef>
          <a:fillRef idx="1">
            <a:schemeClr val="lt1"/>
          </a:fillRef>
          <a:effectRef idx="0">
            <a:schemeClr val="accent6"/>
          </a:effectRef>
          <a:fontRef idx="minor">
            <a:schemeClr val="dk1"/>
          </a:fontRef>
        </p:style>
        <p:txBody>
          <a:bodyPr rtlCol="0" anchor="ctr"/>
          <a:lstStyle/>
          <a:p>
            <a:pPr algn="just">
              <a:spcAft>
                <a:spcPts val="689"/>
              </a:spcAft>
            </a:pPr>
            <a:endParaRPr lang="en-US" sz="2400">
              <a:latin typeface="Cambria" panose="02040503050406030204" pitchFamily="18" charset="0"/>
              <a:ea typeface="Cambria" panose="02040503050406030204" pitchFamily="18" charset="0"/>
            </a:endParaRPr>
          </a:p>
        </p:txBody>
      </p:sp>
      <p:pic>
        <p:nvPicPr>
          <p:cNvPr id="34" name="Picture 33">
            <a:extLst>
              <a:ext uri="{FF2B5EF4-FFF2-40B4-BE49-F238E27FC236}">
                <a16:creationId xmlns:a16="http://schemas.microsoft.com/office/drawing/2014/main" id="{652A1276-BA2B-7304-FE18-8472E4C43171}"/>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976433" y="9801056"/>
            <a:ext cx="2416197" cy="1106211"/>
          </a:xfrm>
          <a:prstGeom prst="rect">
            <a:avLst/>
          </a:prstGeom>
        </p:spPr>
      </p:pic>
      <p:pic>
        <p:nvPicPr>
          <p:cNvPr id="35" name="Picture 34">
            <a:extLst>
              <a:ext uri="{FF2B5EF4-FFF2-40B4-BE49-F238E27FC236}">
                <a16:creationId xmlns:a16="http://schemas.microsoft.com/office/drawing/2014/main" id="{4E71A16D-14A5-1923-ADB0-F9E0694F4B04}"/>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1412235" y="9685893"/>
            <a:ext cx="2416198" cy="1152341"/>
          </a:xfrm>
          <a:prstGeom prst="rect">
            <a:avLst/>
          </a:prstGeom>
        </p:spPr>
      </p:pic>
      <p:pic>
        <p:nvPicPr>
          <p:cNvPr id="36" name="Picture 35">
            <a:extLst>
              <a:ext uri="{FF2B5EF4-FFF2-40B4-BE49-F238E27FC236}">
                <a16:creationId xmlns:a16="http://schemas.microsoft.com/office/drawing/2014/main" id="{671C9790-7B27-D590-25BB-CFE752A8B0C2}"/>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6066876" y="10552404"/>
            <a:ext cx="1790896" cy="1074538"/>
          </a:xfrm>
          <a:prstGeom prst="rect">
            <a:avLst/>
          </a:prstGeom>
        </p:spPr>
      </p:pic>
      <p:pic>
        <p:nvPicPr>
          <p:cNvPr id="37" name="Picture 36">
            <a:extLst>
              <a:ext uri="{FF2B5EF4-FFF2-40B4-BE49-F238E27FC236}">
                <a16:creationId xmlns:a16="http://schemas.microsoft.com/office/drawing/2014/main" id="{EA04788C-D795-5471-B1ED-D6B38DA3A420}"/>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4319646" y="9813777"/>
            <a:ext cx="872084" cy="1599263"/>
          </a:xfrm>
          <a:prstGeom prst="rect">
            <a:avLst/>
          </a:prstGeom>
        </p:spPr>
      </p:pic>
      <p:pic>
        <p:nvPicPr>
          <p:cNvPr id="38" name="Picture 37">
            <a:extLst>
              <a:ext uri="{FF2B5EF4-FFF2-40B4-BE49-F238E27FC236}">
                <a16:creationId xmlns:a16="http://schemas.microsoft.com/office/drawing/2014/main" id="{8D87978B-2434-EC8A-4E87-A8FFBB91A33C}"/>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1442650" y="10773162"/>
            <a:ext cx="1943065" cy="527468"/>
          </a:xfrm>
          <a:prstGeom prst="rect">
            <a:avLst/>
          </a:prstGeom>
        </p:spPr>
      </p:pic>
      <p:sp>
        <p:nvSpPr>
          <p:cNvPr id="39" name="Rectangle: Rounded Corners 36">
            <a:extLst>
              <a:ext uri="{FF2B5EF4-FFF2-40B4-BE49-F238E27FC236}">
                <a16:creationId xmlns:a16="http://schemas.microsoft.com/office/drawing/2014/main" id="{04271536-7789-7B7D-2291-141004FAAB20}"/>
              </a:ext>
            </a:extLst>
          </p:cNvPr>
          <p:cNvSpPr/>
          <p:nvPr/>
        </p:nvSpPr>
        <p:spPr>
          <a:xfrm>
            <a:off x="10065724" y="4825958"/>
            <a:ext cx="12769231" cy="6587904"/>
          </a:xfrm>
          <a:custGeom>
            <a:avLst/>
            <a:gdLst>
              <a:gd name="connsiteX0" fmla="*/ 0 w 12919681"/>
              <a:gd name="connsiteY0" fmla="*/ 1049212 h 6295144"/>
              <a:gd name="connsiteX1" fmla="*/ 1049212 w 12919681"/>
              <a:gd name="connsiteY1" fmla="*/ 0 h 6295144"/>
              <a:gd name="connsiteX2" fmla="*/ 11870469 w 12919681"/>
              <a:gd name="connsiteY2" fmla="*/ 0 h 6295144"/>
              <a:gd name="connsiteX3" fmla="*/ 12919681 w 12919681"/>
              <a:gd name="connsiteY3" fmla="*/ 1049212 h 6295144"/>
              <a:gd name="connsiteX4" fmla="*/ 12919681 w 12919681"/>
              <a:gd name="connsiteY4" fmla="*/ 5245932 h 6295144"/>
              <a:gd name="connsiteX5" fmla="*/ 1187046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1049212 h 6295144"/>
              <a:gd name="connsiteX0" fmla="*/ 0 w 12919681"/>
              <a:gd name="connsiteY0" fmla="*/ 1049212 h 6295144"/>
              <a:gd name="connsiteX1" fmla="*/ 620004 w 12919681"/>
              <a:gd name="connsiteY1" fmla="*/ 18661 h 6295144"/>
              <a:gd name="connsiteX2" fmla="*/ 11870469 w 12919681"/>
              <a:gd name="connsiteY2" fmla="*/ 0 h 6295144"/>
              <a:gd name="connsiteX3" fmla="*/ 12919681 w 12919681"/>
              <a:gd name="connsiteY3" fmla="*/ 1049212 h 6295144"/>
              <a:gd name="connsiteX4" fmla="*/ 12919681 w 12919681"/>
              <a:gd name="connsiteY4" fmla="*/ 5245932 h 6295144"/>
              <a:gd name="connsiteX5" fmla="*/ 1187046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1049212 h 6295144"/>
              <a:gd name="connsiteX0" fmla="*/ 0 w 12919681"/>
              <a:gd name="connsiteY0" fmla="*/ 769293 h 6295144"/>
              <a:gd name="connsiteX1" fmla="*/ 620004 w 12919681"/>
              <a:gd name="connsiteY1" fmla="*/ 18661 h 6295144"/>
              <a:gd name="connsiteX2" fmla="*/ 11870469 w 12919681"/>
              <a:gd name="connsiteY2" fmla="*/ 0 h 6295144"/>
              <a:gd name="connsiteX3" fmla="*/ 12919681 w 12919681"/>
              <a:gd name="connsiteY3" fmla="*/ 1049212 h 6295144"/>
              <a:gd name="connsiteX4" fmla="*/ 12919681 w 12919681"/>
              <a:gd name="connsiteY4" fmla="*/ 5245932 h 6295144"/>
              <a:gd name="connsiteX5" fmla="*/ 1187046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1870469 w 12919681"/>
              <a:gd name="connsiteY2" fmla="*/ 0 h 6295144"/>
              <a:gd name="connsiteX3" fmla="*/ 12919681 w 12919681"/>
              <a:gd name="connsiteY3" fmla="*/ 731971 h 6295144"/>
              <a:gd name="connsiteX4" fmla="*/ 12919681 w 12919681"/>
              <a:gd name="connsiteY4" fmla="*/ 5245932 h 6295144"/>
              <a:gd name="connsiteX5" fmla="*/ 1187046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2299677 w 12919681"/>
              <a:gd name="connsiteY2" fmla="*/ 0 h 6295144"/>
              <a:gd name="connsiteX3" fmla="*/ 12919681 w 12919681"/>
              <a:gd name="connsiteY3" fmla="*/ 731971 h 6295144"/>
              <a:gd name="connsiteX4" fmla="*/ 12919681 w 12919681"/>
              <a:gd name="connsiteY4" fmla="*/ 5245932 h 6295144"/>
              <a:gd name="connsiteX5" fmla="*/ 1187046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2299677 w 12919681"/>
              <a:gd name="connsiteY2" fmla="*/ 0 h 6295144"/>
              <a:gd name="connsiteX3" fmla="*/ 12919681 w 12919681"/>
              <a:gd name="connsiteY3" fmla="*/ 731971 h 6295144"/>
              <a:gd name="connsiteX4" fmla="*/ 12919681 w 12919681"/>
              <a:gd name="connsiteY4" fmla="*/ 5656479 h 6295144"/>
              <a:gd name="connsiteX5" fmla="*/ 1187046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2299677 w 12919681"/>
              <a:gd name="connsiteY2" fmla="*/ 0 h 6295144"/>
              <a:gd name="connsiteX3" fmla="*/ 12919681 w 12919681"/>
              <a:gd name="connsiteY3" fmla="*/ 731971 h 6295144"/>
              <a:gd name="connsiteX4" fmla="*/ 12919681 w 12919681"/>
              <a:gd name="connsiteY4" fmla="*/ 5656479 h 6295144"/>
              <a:gd name="connsiteX5" fmla="*/ 12169049 w 12919681"/>
              <a:gd name="connsiteY5" fmla="*/ 6295144 h 6295144"/>
              <a:gd name="connsiteX6" fmla="*/ 1049212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2299677 w 12919681"/>
              <a:gd name="connsiteY2" fmla="*/ 0 h 6295144"/>
              <a:gd name="connsiteX3" fmla="*/ 12919681 w 12919681"/>
              <a:gd name="connsiteY3" fmla="*/ 731971 h 6295144"/>
              <a:gd name="connsiteX4" fmla="*/ 12919681 w 12919681"/>
              <a:gd name="connsiteY4" fmla="*/ 5656479 h 6295144"/>
              <a:gd name="connsiteX5" fmla="*/ 12169049 w 12919681"/>
              <a:gd name="connsiteY5" fmla="*/ 6295144 h 6295144"/>
              <a:gd name="connsiteX6" fmla="*/ 601343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2299677 w 12919681"/>
              <a:gd name="connsiteY2" fmla="*/ 0 h 6295144"/>
              <a:gd name="connsiteX3" fmla="*/ 12919681 w 12919681"/>
              <a:gd name="connsiteY3" fmla="*/ 731971 h 6295144"/>
              <a:gd name="connsiteX4" fmla="*/ 12919681 w 12919681"/>
              <a:gd name="connsiteY4" fmla="*/ 5656479 h 6295144"/>
              <a:gd name="connsiteX5" fmla="*/ 12169049 w 12919681"/>
              <a:gd name="connsiteY5" fmla="*/ 6295144 h 6295144"/>
              <a:gd name="connsiteX6" fmla="*/ 750633 w 12919681"/>
              <a:gd name="connsiteY6" fmla="*/ 6295144 h 6295144"/>
              <a:gd name="connsiteX7" fmla="*/ 0 w 12919681"/>
              <a:gd name="connsiteY7" fmla="*/ 5245932 h 6295144"/>
              <a:gd name="connsiteX8" fmla="*/ 0 w 12919681"/>
              <a:gd name="connsiteY8" fmla="*/ 769293 h 6295144"/>
              <a:gd name="connsiteX0" fmla="*/ 0 w 12919681"/>
              <a:gd name="connsiteY0" fmla="*/ 769293 h 6295144"/>
              <a:gd name="connsiteX1" fmla="*/ 620004 w 12919681"/>
              <a:gd name="connsiteY1" fmla="*/ 18661 h 6295144"/>
              <a:gd name="connsiteX2" fmla="*/ 12299677 w 12919681"/>
              <a:gd name="connsiteY2" fmla="*/ 0 h 6295144"/>
              <a:gd name="connsiteX3" fmla="*/ 12919681 w 12919681"/>
              <a:gd name="connsiteY3" fmla="*/ 731971 h 6295144"/>
              <a:gd name="connsiteX4" fmla="*/ 12919681 w 12919681"/>
              <a:gd name="connsiteY4" fmla="*/ 5656479 h 6295144"/>
              <a:gd name="connsiteX5" fmla="*/ 12169049 w 12919681"/>
              <a:gd name="connsiteY5" fmla="*/ 6295144 h 6295144"/>
              <a:gd name="connsiteX6" fmla="*/ 750633 w 12919681"/>
              <a:gd name="connsiteY6" fmla="*/ 6295144 h 6295144"/>
              <a:gd name="connsiteX7" fmla="*/ 0 w 12919681"/>
              <a:gd name="connsiteY7" fmla="*/ 5563172 h 6295144"/>
              <a:gd name="connsiteX8" fmla="*/ 0 w 12919681"/>
              <a:gd name="connsiteY8" fmla="*/ 769293 h 6295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919681" h="6295144">
                <a:moveTo>
                  <a:pt x="0" y="769293"/>
                </a:moveTo>
                <a:cubicBezTo>
                  <a:pt x="0" y="189829"/>
                  <a:pt x="40540" y="18661"/>
                  <a:pt x="620004" y="18661"/>
                </a:cubicBezTo>
                <a:lnTo>
                  <a:pt x="12299677" y="0"/>
                </a:lnTo>
                <a:cubicBezTo>
                  <a:pt x="12879141" y="0"/>
                  <a:pt x="12919681" y="152507"/>
                  <a:pt x="12919681" y="731971"/>
                </a:cubicBezTo>
                <a:lnTo>
                  <a:pt x="12919681" y="5656479"/>
                </a:lnTo>
                <a:cubicBezTo>
                  <a:pt x="12919681" y="6235943"/>
                  <a:pt x="12748513" y="6295144"/>
                  <a:pt x="12169049" y="6295144"/>
                </a:cubicBezTo>
                <a:lnTo>
                  <a:pt x="750633" y="6295144"/>
                </a:lnTo>
                <a:cubicBezTo>
                  <a:pt x="171169" y="6295144"/>
                  <a:pt x="0" y="6142636"/>
                  <a:pt x="0" y="5563172"/>
                </a:cubicBezTo>
                <a:lnTo>
                  <a:pt x="0" y="769293"/>
                </a:lnTo>
                <a:close/>
              </a:path>
            </a:pathLst>
          </a:custGeom>
          <a:ln w="38100">
            <a:solidFill>
              <a:srgbClr val="FDB619"/>
            </a:solidFill>
          </a:ln>
        </p:spPr>
        <p:style>
          <a:lnRef idx="2">
            <a:schemeClr val="accent6"/>
          </a:lnRef>
          <a:fillRef idx="1">
            <a:schemeClr val="lt1"/>
          </a:fillRef>
          <a:effectRef idx="0">
            <a:schemeClr val="accent6"/>
          </a:effectRef>
          <a:fontRef idx="minor">
            <a:schemeClr val="dk1"/>
          </a:fontRef>
        </p:style>
        <p:txBody>
          <a:bodyPr rtlCol="0" anchor="ctr"/>
          <a:lstStyle/>
          <a:p>
            <a:endParaRPr lang="en-US" sz="2400" dirty="0">
              <a:latin typeface="Cambria" panose="02040503050406030204" pitchFamily="18" charset="0"/>
              <a:ea typeface="Cambria" panose="02040503050406030204" pitchFamily="18" charset="0"/>
            </a:endParaRPr>
          </a:p>
        </p:txBody>
      </p:sp>
      <p:sp>
        <p:nvSpPr>
          <p:cNvPr id="41" name="Rectangle: Rounded Corners 40">
            <a:extLst>
              <a:ext uri="{FF2B5EF4-FFF2-40B4-BE49-F238E27FC236}">
                <a16:creationId xmlns:a16="http://schemas.microsoft.com/office/drawing/2014/main" id="{6A215649-9BF4-9A69-347B-D38FB2FFA3B5}"/>
              </a:ext>
            </a:extLst>
          </p:cNvPr>
          <p:cNvSpPr/>
          <p:nvPr/>
        </p:nvSpPr>
        <p:spPr>
          <a:xfrm>
            <a:off x="12805368" y="4511610"/>
            <a:ext cx="7625165" cy="627390"/>
          </a:xfrm>
          <a:prstGeom prst="roundRect">
            <a:avLst/>
          </a:prstGeom>
          <a:ln>
            <a:solidFill>
              <a:srgbClr val="1F569E"/>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Cambria" panose="02040503050406030204" pitchFamily="18" charset="0"/>
                <a:ea typeface="Cambria" panose="02040503050406030204" pitchFamily="18" charset="0"/>
              </a:rPr>
              <a:t>CƠ SỞ VÀ PHƯƠNG PHÁP THỰC HIỆN</a:t>
            </a:r>
          </a:p>
        </p:txBody>
      </p:sp>
      <p:sp>
        <p:nvSpPr>
          <p:cNvPr id="42" name="Rectangle: Rounded Corners 41">
            <a:extLst>
              <a:ext uri="{FF2B5EF4-FFF2-40B4-BE49-F238E27FC236}">
                <a16:creationId xmlns:a16="http://schemas.microsoft.com/office/drawing/2014/main" id="{1F18D4DE-C1A7-F2A7-D891-76D2BE485794}"/>
              </a:ext>
            </a:extLst>
          </p:cNvPr>
          <p:cNvSpPr/>
          <p:nvPr/>
        </p:nvSpPr>
        <p:spPr>
          <a:xfrm>
            <a:off x="10593833" y="11772975"/>
            <a:ext cx="2778353" cy="575010"/>
          </a:xfrm>
          <a:prstGeom prst="roundRect">
            <a:avLst/>
          </a:prstGeom>
          <a:ln>
            <a:solidFill>
              <a:srgbClr val="1F569E"/>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Cambria" panose="02040503050406030204" pitchFamily="18" charset="0"/>
                <a:ea typeface="Cambria" panose="02040503050406030204" pitchFamily="18" charset="0"/>
              </a:rPr>
              <a:t>KẾT QUẢ</a:t>
            </a:r>
          </a:p>
        </p:txBody>
      </p:sp>
      <p:sp>
        <p:nvSpPr>
          <p:cNvPr id="43" name="Rectangle: Rounded Corners 42">
            <a:extLst>
              <a:ext uri="{FF2B5EF4-FFF2-40B4-BE49-F238E27FC236}">
                <a16:creationId xmlns:a16="http://schemas.microsoft.com/office/drawing/2014/main" id="{B2045CA2-32CE-BDCB-48D2-3630915B6020}"/>
              </a:ext>
            </a:extLst>
          </p:cNvPr>
          <p:cNvSpPr/>
          <p:nvPr/>
        </p:nvSpPr>
        <p:spPr>
          <a:xfrm>
            <a:off x="3566402" y="9264767"/>
            <a:ext cx="2778353" cy="575010"/>
          </a:xfrm>
          <a:prstGeom prst="roundRect">
            <a:avLst/>
          </a:prstGeom>
          <a:ln>
            <a:solidFill>
              <a:srgbClr val="1F569E"/>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Cambria" panose="02040503050406030204" pitchFamily="18" charset="0"/>
                <a:ea typeface="Cambria" panose="02040503050406030204" pitchFamily="18" charset="0"/>
              </a:rPr>
              <a:t>CÔNG NGHỆ</a:t>
            </a:r>
          </a:p>
        </p:txBody>
      </p:sp>
      <p:cxnSp>
        <p:nvCxnSpPr>
          <p:cNvPr id="44" name="Straight Connector 43">
            <a:extLst>
              <a:ext uri="{FF2B5EF4-FFF2-40B4-BE49-F238E27FC236}">
                <a16:creationId xmlns:a16="http://schemas.microsoft.com/office/drawing/2014/main" id="{D40E7BDE-2E22-4031-4600-EB1F58119871}"/>
              </a:ext>
            </a:extLst>
          </p:cNvPr>
          <p:cNvCxnSpPr/>
          <p:nvPr/>
        </p:nvCxnSpPr>
        <p:spPr>
          <a:xfrm>
            <a:off x="10445750" y="5379315"/>
            <a:ext cx="0" cy="375501"/>
          </a:xfrm>
          <a:prstGeom prst="line">
            <a:avLst/>
          </a:prstGeom>
          <a:ln w="57150">
            <a:solidFill>
              <a:srgbClr val="FDB619"/>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A78DC054-0017-0517-EE4B-76DE6F2B4546}"/>
              </a:ext>
            </a:extLst>
          </p:cNvPr>
          <p:cNvSpPr txBox="1"/>
          <p:nvPr/>
        </p:nvSpPr>
        <p:spPr>
          <a:xfrm>
            <a:off x="10598152" y="5333734"/>
            <a:ext cx="2285999" cy="461665"/>
          </a:xfrm>
          <a:prstGeom prst="rect">
            <a:avLst/>
          </a:prstGeom>
          <a:noFill/>
        </p:spPr>
        <p:txBody>
          <a:bodyPr wrap="square" rtlCol="0">
            <a:spAutoFit/>
          </a:bodyPr>
          <a:lstStyle/>
          <a:p>
            <a:r>
              <a:rPr lang="en-US" sz="2400" dirty="0" err="1">
                <a:latin typeface="Cambria" panose="02040503050406030204" pitchFamily="18" charset="0"/>
                <a:ea typeface="Cambria" panose="02040503050406030204" pitchFamily="18" charset="0"/>
              </a:rPr>
              <a:t>Cơ</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sở</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lý</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thuyết</a:t>
            </a:r>
            <a:endParaRPr lang="en-US" sz="2400" dirty="0">
              <a:latin typeface="Cambria" panose="02040503050406030204" pitchFamily="18" charset="0"/>
              <a:ea typeface="Cambria" panose="02040503050406030204" pitchFamily="18" charset="0"/>
            </a:endParaRPr>
          </a:p>
        </p:txBody>
      </p:sp>
      <p:cxnSp>
        <p:nvCxnSpPr>
          <p:cNvPr id="46" name="Straight Connector 45">
            <a:extLst>
              <a:ext uri="{FF2B5EF4-FFF2-40B4-BE49-F238E27FC236}">
                <a16:creationId xmlns:a16="http://schemas.microsoft.com/office/drawing/2014/main" id="{2EAA07D9-3C40-AD1C-E736-8166FC8E357D}"/>
              </a:ext>
            </a:extLst>
          </p:cNvPr>
          <p:cNvCxnSpPr>
            <a:cxnSpLocks/>
          </p:cNvCxnSpPr>
          <p:nvPr/>
        </p:nvCxnSpPr>
        <p:spPr>
          <a:xfrm>
            <a:off x="10412847" y="6049641"/>
            <a:ext cx="20398" cy="2070269"/>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65DEC044-774D-6C39-7963-2CE5E623B402}"/>
              </a:ext>
            </a:extLst>
          </p:cNvPr>
          <p:cNvSpPr txBox="1"/>
          <p:nvPr/>
        </p:nvSpPr>
        <p:spPr>
          <a:xfrm>
            <a:off x="10598152" y="5886269"/>
            <a:ext cx="12039598" cy="3416320"/>
          </a:xfrm>
          <a:prstGeom prst="rect">
            <a:avLst/>
          </a:prstGeom>
          <a:noFill/>
        </p:spPr>
        <p:txBody>
          <a:bodyPr wrap="square" rtlCol="0">
            <a:spAutoFit/>
          </a:bodyPr>
          <a:lstStyle/>
          <a:p>
            <a:pPr algn="just"/>
            <a:r>
              <a:rPr lang="en-US" sz="2400" dirty="0">
                <a:latin typeface="Cambria" panose="02040503050406030204" pitchFamily="18" charset="0"/>
                <a:ea typeface="Cambria" panose="02040503050406030204" pitchFamily="18" charset="0"/>
              </a:rPr>
              <a:t>Thương </a:t>
            </a:r>
            <a:r>
              <a:rPr lang="en-US" sz="2400" dirty="0" err="1">
                <a:latin typeface="Cambria" panose="02040503050406030204" pitchFamily="18" charset="0"/>
                <a:ea typeface="Cambria" panose="02040503050406030204" pitchFamily="18" charset="0"/>
              </a:rPr>
              <a:t>mại</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điện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tử</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Nền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tảng</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giao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dịch</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trực</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tuyến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hiện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đại</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cho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phép</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mua</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sắm</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không</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giới</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hạn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thời</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gian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và</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không</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gian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tối</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ưu</a:t>
            </a:r>
            <a:r>
              <a:rPr lang="en-US" sz="2400" dirty="0">
                <a:latin typeface="Cambria" panose="02040503050406030204" pitchFamily="18" charset="0"/>
                <a:ea typeface="Cambria" panose="02040503050406030204" pitchFamily="18" charset="0"/>
              </a:rPr>
              <a:t> chi </a:t>
            </a:r>
            <a:r>
              <a:rPr lang="en-US" sz="2400" dirty="0" err="1">
                <a:latin typeface="Cambria" panose="02040503050406030204" pitchFamily="18" charset="0"/>
                <a:ea typeface="Cambria" panose="02040503050406030204" pitchFamily="18" charset="0"/>
              </a:rPr>
              <a:t>phí</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vận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hành</a:t>
            </a:r>
            <a:r>
              <a:rPr lang="en-US" sz="2400" dirty="0">
                <a:latin typeface="Cambria" panose="02040503050406030204" pitchFamily="18" charset="0"/>
                <a:ea typeface="Cambria" panose="02040503050406030204" pitchFamily="18" charset="0"/>
              </a:rPr>
              <a:t>. </a:t>
            </a:r>
          </a:p>
          <a:p>
            <a:pPr algn="just"/>
            <a:r>
              <a:rPr lang="en-US" sz="2400" dirty="0" err="1">
                <a:latin typeface="Cambria" panose="02040503050406030204" pitchFamily="18" charset="0"/>
                <a:ea typeface="Cambria" panose="02040503050406030204" pitchFamily="18" charset="0"/>
              </a:rPr>
              <a:t>ChatBot</a:t>
            </a:r>
            <a:r>
              <a:rPr lang="en-US" sz="2400" dirty="0">
                <a:latin typeface="Cambria" panose="02040503050406030204" pitchFamily="18" charset="0"/>
                <a:ea typeface="Cambria" panose="02040503050406030204" pitchFamily="18" charset="0"/>
              </a:rPr>
              <a:t> AI: Công </a:t>
            </a:r>
            <a:r>
              <a:rPr lang="en-US" sz="2400" dirty="0" err="1">
                <a:latin typeface="Cambria" panose="02040503050406030204" pitchFamily="18" charset="0"/>
                <a:ea typeface="Cambria" panose="02040503050406030204" pitchFamily="18" charset="0"/>
              </a:rPr>
              <a:t>cụ</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hỗ</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trợ</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khách</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hàng</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tự</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động</a:t>
            </a:r>
            <a:r>
              <a:rPr lang="en-US" sz="2400" dirty="0">
                <a:latin typeface="Cambria" panose="02040503050406030204" pitchFamily="18" charset="0"/>
                <a:ea typeface="Cambria" panose="02040503050406030204" pitchFamily="18" charset="0"/>
              </a:rPr>
              <a:t> 24/7, </a:t>
            </a:r>
            <a:r>
              <a:rPr lang="en-US" sz="2400" dirty="0" err="1">
                <a:latin typeface="Cambria" panose="02040503050406030204" pitchFamily="18" charset="0"/>
                <a:ea typeface="Cambria" panose="02040503050406030204" pitchFamily="18" charset="0"/>
              </a:rPr>
              <a:t>sử</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dụng</a:t>
            </a:r>
            <a:r>
              <a:rPr lang="en-US" sz="2400" dirty="0">
                <a:latin typeface="Cambria" panose="02040503050406030204" pitchFamily="18" charset="0"/>
                <a:ea typeface="Cambria" panose="02040503050406030204" pitchFamily="18" charset="0"/>
              </a:rPr>
              <a:t> OpenAI API </a:t>
            </a:r>
            <a:r>
              <a:rPr lang="en-US" sz="2400" dirty="0" err="1">
                <a:latin typeface="Cambria" panose="02040503050406030204" pitchFamily="18" charset="0"/>
                <a:ea typeface="Cambria" panose="02040503050406030204" pitchFamily="18" charset="0"/>
              </a:rPr>
              <a:t>với</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khả</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năng</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xử</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lý</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ngôn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ngữ</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tự</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nhiên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được</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tinh</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chỉnh</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theo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dữ</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liệu</a:t>
            </a:r>
            <a:r>
              <a:rPr lang="en-US" sz="2400" dirty="0">
                <a:latin typeface="Cambria" panose="02040503050406030204" pitchFamily="18" charset="0"/>
                <a:ea typeface="Cambria" panose="02040503050406030204" pitchFamily="18" charset="0"/>
              </a:rPr>
              <a:t> website.</a:t>
            </a:r>
          </a:p>
          <a:p>
            <a:pPr algn="just"/>
            <a:r>
              <a:rPr lang="en-US" sz="2400" dirty="0" err="1">
                <a:latin typeface="Cambria" panose="02040503050406030204" pitchFamily="18" charset="0"/>
                <a:ea typeface="Cambria" panose="02040503050406030204" pitchFamily="18" charset="0"/>
              </a:rPr>
              <a:t>Kiến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trúc</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hệ</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thống</a:t>
            </a:r>
            <a:r>
              <a:rPr lang="en-US" sz="2400" dirty="0">
                <a:latin typeface="Cambria" panose="02040503050406030204" pitchFamily="18" charset="0"/>
                <a:ea typeface="Cambria" panose="02040503050406030204" pitchFamily="18" charset="0"/>
              </a:rPr>
              <a:t>: BE </a:t>
            </a:r>
            <a:r>
              <a:rPr lang="en-US" sz="2400" dirty="0" err="1">
                <a:latin typeface="Cambria" panose="02040503050406030204" pitchFamily="18" charset="0"/>
                <a:ea typeface="Cambria" panose="02040503050406030204" pitchFamily="18" charset="0"/>
              </a:rPr>
              <a:t>sử</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dụng</a:t>
            </a:r>
            <a:r>
              <a:rPr lang="en-US" sz="2400" dirty="0">
                <a:latin typeface="Cambria" panose="02040503050406030204" pitchFamily="18" charset="0"/>
                <a:ea typeface="Cambria" panose="02040503050406030204" pitchFamily="18" charset="0"/>
              </a:rPr>
              <a:t> Java Spring Boot, FE </a:t>
            </a:r>
            <a:r>
              <a:rPr lang="en-US" sz="2400" dirty="0" err="1">
                <a:latin typeface="Cambria" panose="02040503050406030204" pitchFamily="18" charset="0"/>
                <a:ea typeface="Cambria" panose="02040503050406030204" pitchFamily="18" charset="0"/>
              </a:rPr>
              <a:t>áp</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dụng</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VueJS</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tạo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giao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diện</a:t>
            </a:r>
            <a:r>
              <a:rPr lang="en-US" sz="2400" dirty="0">
                <a:latin typeface="Cambria" panose="02040503050406030204" pitchFamily="18" charset="0"/>
                <a:ea typeface="Cambria" panose="02040503050406030204" pitchFamily="18" charset="0"/>
              </a:rPr>
              <a:t>, PostgreSQL </a:t>
            </a:r>
            <a:r>
              <a:rPr lang="en-US" sz="2400" dirty="0" err="1">
                <a:latin typeface="Cambria" panose="02040503050406030204" pitchFamily="18" charset="0"/>
                <a:ea typeface="Cambria" panose="02040503050406030204" pitchFamily="18" charset="0"/>
              </a:rPr>
              <a:t>quản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lý</a:t>
            </a:r>
            <a:r>
              <a:rPr lang="en-US" sz="2400" dirty="0">
                <a:latin typeface="Cambria" panose="02040503050406030204" pitchFamily="18" charset="0"/>
                <a:ea typeface="Cambria" panose="02040503050406030204" pitchFamily="18" charset="0"/>
              </a:rPr>
              <a:t> CSDL</a:t>
            </a:r>
          </a:p>
          <a:p>
            <a:pPr algn="just"/>
            <a:r>
              <a:rPr lang="en-US" sz="2400" dirty="0" err="1">
                <a:latin typeface="Cambria" panose="02040503050406030204" pitchFamily="18" charset="0"/>
                <a:ea typeface="Cambria" panose="02040503050406030204" pitchFamily="18" charset="0"/>
              </a:rPr>
              <a:t>Phân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tích</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thiết</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kế</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Áp</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dụng</a:t>
            </a:r>
            <a:r>
              <a:rPr lang="en-US" sz="2400" dirty="0">
                <a:latin typeface="Cambria" panose="02040503050406030204" pitchFamily="18" charset="0"/>
                <a:ea typeface="Cambria" panose="02040503050406030204" pitchFamily="18" charset="0"/>
              </a:rPr>
              <a:t> UML </a:t>
            </a:r>
            <a:r>
              <a:rPr lang="en-US" sz="2400" dirty="0" err="1">
                <a:latin typeface="Cambria" panose="02040503050406030204" pitchFamily="18" charset="0"/>
                <a:ea typeface="Cambria" panose="02040503050406030204" pitchFamily="18" charset="0"/>
              </a:rPr>
              <a:t>với</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biểu</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đồ</a:t>
            </a:r>
            <a:r>
              <a:rPr lang="en-US" sz="2400" dirty="0">
                <a:latin typeface="Cambria" panose="02040503050406030204" pitchFamily="18" charset="0"/>
                <a:ea typeface="Cambria" panose="02040503050406030204" pitchFamily="18" charset="0"/>
              </a:rPr>
              <a:t> Use case, Sequence, Class </a:t>
            </a:r>
            <a:r>
              <a:rPr lang="en-US" sz="2400" dirty="0" err="1">
                <a:latin typeface="Cambria" panose="02040503050406030204" pitchFamily="18" charset="0"/>
                <a:ea typeface="Cambria" panose="02040503050406030204" pitchFamily="18" charset="0"/>
              </a:rPr>
              <a:t>và</a:t>
            </a:r>
            <a:r>
              <a:rPr lang="en-US" sz="2400" dirty="0">
                <a:latin typeface="Cambria" panose="02040503050406030204" pitchFamily="18" charset="0"/>
                <a:ea typeface="Cambria" panose="02040503050406030204" pitchFamily="18" charset="0"/>
              </a:rPr>
              <a:t> ERD </a:t>
            </a:r>
            <a:r>
              <a:rPr lang="en-US" sz="2400" dirty="0" err="1">
                <a:latin typeface="Cambria" panose="02040503050406030204" pitchFamily="18" charset="0"/>
                <a:ea typeface="Cambria" panose="02040503050406030204" pitchFamily="18" charset="0"/>
              </a:rPr>
              <a:t>để</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mô</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hình</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hoá</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yêu</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cầu</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nghiệp</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vụ</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và</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thiết</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kế</a:t>
            </a:r>
            <a:r>
              <a:rPr lang="en-US" sz="2400" dirty="0">
                <a:latin typeface="Cambria" panose="02040503050406030204" pitchFamily="18" charset="0"/>
                <a:ea typeface="Cambria" panose="02040503050406030204" pitchFamily="18" charset="0"/>
              </a:rPr>
              <a:t> CSDL </a:t>
            </a:r>
            <a:r>
              <a:rPr lang="en-US" sz="2400" dirty="0" err="1">
                <a:latin typeface="Cambria" panose="02040503050406030204" pitchFamily="18" charset="0"/>
                <a:ea typeface="Cambria" panose="02040503050406030204" pitchFamily="18" charset="0"/>
              </a:rPr>
              <a:t>quan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hệ</a:t>
            </a:r>
            <a:r>
              <a:rPr lang="en-US" sz="2400" dirty="0">
                <a:latin typeface="Cambria" panose="02040503050406030204" pitchFamily="18" charset="0"/>
                <a:ea typeface="Cambria" panose="02040503050406030204" pitchFamily="18" charset="0"/>
              </a:rPr>
              <a:t>. </a:t>
            </a:r>
          </a:p>
          <a:p>
            <a:endParaRPr lang="en-US" sz="2400" dirty="0">
              <a:latin typeface="Cambria" panose="02040503050406030204" pitchFamily="18" charset="0"/>
              <a:ea typeface="Cambria" panose="02040503050406030204" pitchFamily="18" charset="0"/>
            </a:endParaRPr>
          </a:p>
        </p:txBody>
      </p:sp>
      <p:cxnSp>
        <p:nvCxnSpPr>
          <p:cNvPr id="48" name="Straight Connector 47">
            <a:extLst>
              <a:ext uri="{FF2B5EF4-FFF2-40B4-BE49-F238E27FC236}">
                <a16:creationId xmlns:a16="http://schemas.microsoft.com/office/drawing/2014/main" id="{158340E8-2E72-55D3-194A-FF15562E189B}"/>
              </a:ext>
            </a:extLst>
          </p:cNvPr>
          <p:cNvCxnSpPr/>
          <p:nvPr/>
        </p:nvCxnSpPr>
        <p:spPr>
          <a:xfrm>
            <a:off x="10423046" y="8997941"/>
            <a:ext cx="0" cy="375501"/>
          </a:xfrm>
          <a:prstGeom prst="line">
            <a:avLst/>
          </a:prstGeom>
          <a:ln w="57150">
            <a:solidFill>
              <a:srgbClr val="FDB619"/>
            </a:solidFill>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38729CE5-EC86-8B80-047C-9BC8B4463E9A}"/>
              </a:ext>
            </a:extLst>
          </p:cNvPr>
          <p:cNvSpPr txBox="1"/>
          <p:nvPr/>
        </p:nvSpPr>
        <p:spPr>
          <a:xfrm>
            <a:off x="10619742" y="8989308"/>
            <a:ext cx="3526926" cy="461665"/>
          </a:xfrm>
          <a:prstGeom prst="rect">
            <a:avLst/>
          </a:prstGeom>
          <a:noFill/>
        </p:spPr>
        <p:txBody>
          <a:bodyPr wrap="square" rtlCol="0">
            <a:spAutoFit/>
          </a:bodyPr>
          <a:lstStyle/>
          <a:p>
            <a:r>
              <a:rPr lang="en-US" sz="2400" dirty="0">
                <a:latin typeface="Cambria" panose="02040503050406030204" pitchFamily="18" charset="0"/>
                <a:ea typeface="Cambria" panose="02040503050406030204" pitchFamily="18" charset="0"/>
              </a:rPr>
              <a:t>Phương </a:t>
            </a:r>
            <a:r>
              <a:rPr lang="en-US" sz="2400" dirty="0" err="1">
                <a:latin typeface="Cambria" panose="02040503050406030204" pitchFamily="18" charset="0"/>
                <a:ea typeface="Cambria" panose="02040503050406030204" pitchFamily="18" charset="0"/>
              </a:rPr>
              <a:t>pháp</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thực</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hiện</a:t>
            </a:r>
            <a:endParaRPr lang="en-US" sz="2400" dirty="0">
              <a:latin typeface="Cambria" panose="02040503050406030204" pitchFamily="18" charset="0"/>
              <a:ea typeface="Cambria" panose="02040503050406030204" pitchFamily="18" charset="0"/>
            </a:endParaRPr>
          </a:p>
        </p:txBody>
      </p:sp>
      <p:sp>
        <p:nvSpPr>
          <p:cNvPr id="50" name="TextBox 49">
            <a:extLst>
              <a:ext uri="{FF2B5EF4-FFF2-40B4-BE49-F238E27FC236}">
                <a16:creationId xmlns:a16="http://schemas.microsoft.com/office/drawing/2014/main" id="{E735A01B-D1DA-F22C-29DE-AF695D3B70BE}"/>
              </a:ext>
            </a:extLst>
          </p:cNvPr>
          <p:cNvSpPr txBox="1"/>
          <p:nvPr/>
        </p:nvSpPr>
        <p:spPr>
          <a:xfrm>
            <a:off x="10647680" y="9578693"/>
            <a:ext cx="11786908" cy="1569660"/>
          </a:xfrm>
          <a:prstGeom prst="rect">
            <a:avLst/>
          </a:prstGeom>
          <a:noFill/>
        </p:spPr>
        <p:txBody>
          <a:bodyPr wrap="square" rtlCol="0">
            <a:spAutoFit/>
          </a:bodyPr>
          <a:lstStyle/>
          <a:p>
            <a:r>
              <a:rPr lang="en-US" sz="2400" dirty="0">
                <a:latin typeface="Cambria" panose="02040503050406030204" pitchFamily="18" charset="0"/>
                <a:ea typeface="Cambria" panose="02040503050406030204" pitchFamily="18" charset="0"/>
              </a:rPr>
              <a:t>Thu </a:t>
            </a:r>
            <a:r>
              <a:rPr lang="en-US" sz="2400" dirty="0" err="1">
                <a:latin typeface="Cambria" panose="02040503050406030204" pitchFamily="18" charset="0"/>
                <a:ea typeface="Cambria" panose="02040503050406030204" pitchFamily="18" charset="0"/>
              </a:rPr>
              <a:t>thập</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yêu</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cầu</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thực</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tế</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và</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phân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tích</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chức</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năng</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cho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hai</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nhóm</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người</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dùng</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và</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quản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trị</a:t>
            </a:r>
            <a:r>
              <a:rPr lang="en-US" sz="2400" dirty="0">
                <a:latin typeface="Cambria" panose="02040503050406030204" pitchFamily="18" charset="0"/>
                <a:ea typeface="Cambria" panose="02040503050406030204" pitchFamily="18" charset="0"/>
              </a:rPr>
              <a:t>. </a:t>
            </a:r>
          </a:p>
          <a:p>
            <a:r>
              <a:rPr lang="en-US" sz="2400" dirty="0" err="1">
                <a:latin typeface="Cambria" panose="02040503050406030204" pitchFamily="18" charset="0"/>
                <a:ea typeface="Cambria" panose="02040503050406030204" pitchFamily="18" charset="0"/>
              </a:rPr>
              <a:t>Thiết</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kế</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hệ</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thống</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bằng</a:t>
            </a:r>
            <a:r>
              <a:rPr lang="en-US" sz="2400" dirty="0">
                <a:latin typeface="Cambria" panose="02040503050406030204" pitchFamily="18" charset="0"/>
                <a:ea typeface="Cambria" panose="02040503050406030204" pitchFamily="18" charset="0"/>
              </a:rPr>
              <a:t> UML </a:t>
            </a:r>
            <a:r>
              <a:rPr lang="en-US" sz="2400" dirty="0" err="1">
                <a:latin typeface="Cambria" panose="02040503050406030204" pitchFamily="18" charset="0"/>
                <a:ea typeface="Cambria" panose="02040503050406030204" pitchFamily="18" charset="0"/>
              </a:rPr>
              <a:t>kết</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hợp</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thiết</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kế</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cơ</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sở</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dữ</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liệu</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theo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mô</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hình</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quan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hệ</a:t>
            </a:r>
            <a:r>
              <a:rPr lang="en-US" sz="2400" dirty="0">
                <a:latin typeface="Cambria" panose="02040503050406030204" pitchFamily="18" charset="0"/>
                <a:ea typeface="Cambria" panose="02040503050406030204" pitchFamily="18" charset="0"/>
              </a:rPr>
              <a:t>.</a:t>
            </a:r>
          </a:p>
          <a:p>
            <a:r>
              <a:rPr lang="en-US" sz="2400" dirty="0" err="1">
                <a:latin typeface="Cambria" panose="02040503050406030204" pitchFamily="18" charset="0"/>
                <a:ea typeface="Cambria" panose="02040503050406030204" pitchFamily="18" charset="0"/>
              </a:rPr>
              <a:t>Phát</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triển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và</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triển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khai</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các</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chức</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năng</a:t>
            </a:r>
            <a:r>
              <a:rPr lang="en-US" sz="2400" dirty="0">
                <a:latin typeface="Cambria" panose="02040503050406030204" pitchFamily="18" charset="0"/>
                <a:ea typeface="Cambria" panose="02040503050406030204" pitchFamily="18" charset="0"/>
              </a:rPr>
              <a:t> BE – FE, </a:t>
            </a:r>
            <a:r>
              <a:rPr lang="en-US" sz="2400" dirty="0" err="1">
                <a:latin typeface="Cambria" panose="02040503050406030204" pitchFamily="18" charset="0"/>
                <a:ea typeface="Cambria" panose="02040503050406030204" pitchFamily="18" charset="0"/>
              </a:rPr>
              <a:t>đồng</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thời</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tích</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hợp</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ChatBot</a:t>
            </a:r>
            <a:r>
              <a:rPr lang="en-US" sz="2400" dirty="0">
                <a:latin typeface="Cambria" panose="02040503050406030204" pitchFamily="18" charset="0"/>
                <a:ea typeface="Cambria" panose="02040503050406030204" pitchFamily="18" charset="0"/>
              </a:rPr>
              <a:t> AI.</a:t>
            </a:r>
          </a:p>
          <a:p>
            <a:r>
              <a:rPr lang="en-US" sz="2400" dirty="0" err="1">
                <a:latin typeface="Cambria" panose="02040503050406030204" pitchFamily="18" charset="0"/>
                <a:ea typeface="Cambria" panose="02040503050406030204" pitchFamily="18" charset="0"/>
              </a:rPr>
              <a:t>Kiểm</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thử</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hệ</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thống</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tối</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ưu</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hoạt</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động</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và</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hoàn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thiện</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hồ</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sơ</a:t>
            </a:r>
            <a:r>
              <a:rPr lang="en-US" sz="2400" dirty="0">
                <a:latin typeface="Cambria" panose="02040503050406030204" pitchFamily="18" charset="0"/>
                <a:ea typeface="Cambria" panose="02040503050406030204" pitchFamily="18" charset="0"/>
              </a:rPr>
              <a:t> – </a:t>
            </a:r>
            <a:r>
              <a:rPr lang="en-US" sz="2400" dirty="0" err="1">
                <a:latin typeface="Cambria" panose="02040503050406030204" pitchFamily="18" charset="0"/>
                <a:ea typeface="Cambria" panose="02040503050406030204" pitchFamily="18" charset="0"/>
              </a:rPr>
              <a:t>báo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cáo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đồ</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án</a:t>
            </a:r>
            <a:r>
              <a:rPr lang="en-US" sz="2400" dirty="0">
                <a:latin typeface="Cambria" panose="02040503050406030204" pitchFamily="18" charset="0"/>
                <a:ea typeface="Cambria" panose="02040503050406030204" pitchFamily="18" charset="0"/>
              </a:rPr>
              <a:t>. </a:t>
            </a:r>
            <a:endParaRPr lang="vi-VN" sz="2400" dirty="0">
              <a:latin typeface="Cambria" panose="02040503050406030204" pitchFamily="18" charset="0"/>
              <a:ea typeface="Cambria" panose="02040503050406030204" pitchFamily="18" charset="0"/>
            </a:endParaRPr>
          </a:p>
        </p:txBody>
      </p:sp>
      <p:cxnSp>
        <p:nvCxnSpPr>
          <p:cNvPr id="51" name="Straight Connector 50">
            <a:extLst>
              <a:ext uri="{FF2B5EF4-FFF2-40B4-BE49-F238E27FC236}">
                <a16:creationId xmlns:a16="http://schemas.microsoft.com/office/drawing/2014/main" id="{DDD167FF-CEF4-4B16-4DE3-B98B1AA7530E}"/>
              </a:ext>
            </a:extLst>
          </p:cNvPr>
          <p:cNvCxnSpPr>
            <a:cxnSpLocks/>
          </p:cNvCxnSpPr>
          <p:nvPr/>
        </p:nvCxnSpPr>
        <p:spPr>
          <a:xfrm>
            <a:off x="10458645" y="9701142"/>
            <a:ext cx="0" cy="1460813"/>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52" name="Rectangle: Rounded Corners 51">
            <a:extLst>
              <a:ext uri="{FF2B5EF4-FFF2-40B4-BE49-F238E27FC236}">
                <a16:creationId xmlns:a16="http://schemas.microsoft.com/office/drawing/2014/main" id="{FC24DAB6-E663-C08E-1491-50EE515B6003}"/>
              </a:ext>
            </a:extLst>
          </p:cNvPr>
          <p:cNvSpPr/>
          <p:nvPr/>
        </p:nvSpPr>
        <p:spPr>
          <a:xfrm>
            <a:off x="5442103" y="12441831"/>
            <a:ext cx="2778353" cy="575010"/>
          </a:xfrm>
          <a:prstGeom prst="roundRect">
            <a:avLst/>
          </a:prstGeom>
          <a:ln>
            <a:solidFill>
              <a:srgbClr val="FDB619"/>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Cambria" panose="02040503050406030204" pitchFamily="18" charset="0"/>
                <a:ea typeface="Cambria" panose="02040503050406030204" pitchFamily="18" charset="0"/>
              </a:rPr>
              <a:t>Giao </a:t>
            </a:r>
            <a:r>
              <a:rPr lang="en-US" sz="3200" b="1" dirty="0" err="1">
                <a:latin typeface="Cambria" panose="02040503050406030204" pitchFamily="18" charset="0"/>
                <a:ea typeface="Cambria" panose="02040503050406030204" pitchFamily="18" charset="0"/>
              </a:rPr>
              <a:t>diện</a:t>
            </a:r>
            <a:endParaRPr lang="en-US" sz="3200" b="1" dirty="0">
              <a:latin typeface="Cambria" panose="02040503050406030204" pitchFamily="18" charset="0"/>
              <a:ea typeface="Cambria" panose="02040503050406030204" pitchFamily="18" charset="0"/>
            </a:endParaRPr>
          </a:p>
        </p:txBody>
      </p:sp>
      <p:sp>
        <p:nvSpPr>
          <p:cNvPr id="53" name="Rectangle: Rounded Corners 52">
            <a:extLst>
              <a:ext uri="{FF2B5EF4-FFF2-40B4-BE49-F238E27FC236}">
                <a16:creationId xmlns:a16="http://schemas.microsoft.com/office/drawing/2014/main" id="{D201F945-3CF6-80D9-46D5-B9CEFCDABFDE}"/>
              </a:ext>
            </a:extLst>
          </p:cNvPr>
          <p:cNvSpPr/>
          <p:nvPr/>
        </p:nvSpPr>
        <p:spPr>
          <a:xfrm>
            <a:off x="16287343" y="12441831"/>
            <a:ext cx="2778353" cy="553138"/>
          </a:xfrm>
          <a:prstGeom prst="roundRect">
            <a:avLst/>
          </a:prstGeom>
          <a:ln>
            <a:solidFill>
              <a:srgbClr val="FDB619"/>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err="1">
                <a:latin typeface="Cambria" panose="02040503050406030204" pitchFamily="18" charset="0"/>
                <a:ea typeface="Cambria" panose="02040503050406030204" pitchFamily="18" charset="0"/>
              </a:rPr>
              <a:t>Cơ</a:t>
            </a:r>
            <a:r>
              <a:rPr lang="en-US" sz="3200" b="1" dirty="0">
                <a:latin typeface="Cambria" panose="02040503050406030204" pitchFamily="18" charset="0"/>
                <a:ea typeface="Cambria" panose="02040503050406030204" pitchFamily="18" charset="0"/>
              </a:rPr>
              <a:t> </a:t>
            </a:r>
            <a:r>
              <a:rPr lang="en-US" sz="3200" b="1" dirty="0" err="1">
                <a:latin typeface="Cambria" panose="02040503050406030204" pitchFamily="18" charset="0"/>
                <a:ea typeface="Cambria" panose="02040503050406030204" pitchFamily="18" charset="0"/>
              </a:rPr>
              <a:t>sở</a:t>
            </a:r>
            <a:r>
              <a:rPr lang="en-US" sz="3200" b="1" dirty="0">
                <a:latin typeface="Cambria" panose="02040503050406030204" pitchFamily="18" charset="0"/>
                <a:ea typeface="Cambria" panose="02040503050406030204" pitchFamily="18" charset="0"/>
              </a:rPr>
              <a:t> </a:t>
            </a:r>
            <a:r>
              <a:rPr lang="en-US" sz="3200" b="1" dirty="0" err="1">
                <a:latin typeface="Cambria" panose="02040503050406030204" pitchFamily="18" charset="0"/>
                <a:ea typeface="Cambria" panose="02040503050406030204" pitchFamily="18" charset="0"/>
              </a:rPr>
              <a:t>dữ</a:t>
            </a:r>
            <a:r>
              <a:rPr lang="en-US" sz="3200" b="1" dirty="0">
                <a:latin typeface="Cambria" panose="02040503050406030204" pitchFamily="18" charset="0"/>
                <a:ea typeface="Cambria" panose="02040503050406030204" pitchFamily="18" charset="0"/>
              </a:rPr>
              <a:t> </a:t>
            </a:r>
            <a:r>
              <a:rPr lang="en-US" sz="3200" b="1" dirty="0" err="1">
                <a:latin typeface="Cambria" panose="02040503050406030204" pitchFamily="18" charset="0"/>
                <a:ea typeface="Cambria" panose="02040503050406030204" pitchFamily="18" charset="0"/>
              </a:rPr>
              <a:t>liệu</a:t>
            </a:r>
            <a:endParaRPr lang="en-US" sz="3200" b="1" dirty="0">
              <a:latin typeface="Cambria" panose="02040503050406030204" pitchFamily="18" charset="0"/>
              <a:ea typeface="Cambria" panose="02040503050406030204" pitchFamily="18" charset="0"/>
            </a:endParaRPr>
          </a:p>
        </p:txBody>
      </p:sp>
      <p:cxnSp>
        <p:nvCxnSpPr>
          <p:cNvPr id="60" name="Straight Connector 59">
            <a:extLst>
              <a:ext uri="{FF2B5EF4-FFF2-40B4-BE49-F238E27FC236}">
                <a16:creationId xmlns:a16="http://schemas.microsoft.com/office/drawing/2014/main" id="{9C58AE48-EDBA-3470-4D54-40759263822E}"/>
              </a:ext>
            </a:extLst>
          </p:cNvPr>
          <p:cNvCxnSpPr/>
          <p:nvPr/>
        </p:nvCxnSpPr>
        <p:spPr>
          <a:xfrm>
            <a:off x="16008350" y="27266093"/>
            <a:ext cx="0" cy="375501"/>
          </a:xfrm>
          <a:prstGeom prst="line">
            <a:avLst/>
          </a:prstGeom>
          <a:ln w="57150">
            <a:solidFill>
              <a:srgbClr val="FDB619"/>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B3ABC983-2F74-52FB-9DD7-031942FCC75C}"/>
              </a:ext>
            </a:extLst>
          </p:cNvPr>
          <p:cNvCxnSpPr/>
          <p:nvPr/>
        </p:nvCxnSpPr>
        <p:spPr>
          <a:xfrm>
            <a:off x="16692144" y="23143024"/>
            <a:ext cx="0" cy="375501"/>
          </a:xfrm>
          <a:prstGeom prst="line">
            <a:avLst/>
          </a:prstGeom>
          <a:ln w="57150">
            <a:solidFill>
              <a:srgbClr val="FDB619"/>
            </a:solidFill>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5A02E750-D82A-1643-9378-B8BE0D5F18C0}"/>
              </a:ext>
            </a:extLst>
          </p:cNvPr>
          <p:cNvSpPr txBox="1"/>
          <p:nvPr/>
        </p:nvSpPr>
        <p:spPr>
          <a:xfrm>
            <a:off x="16770928" y="23099941"/>
            <a:ext cx="2930057" cy="461665"/>
          </a:xfrm>
          <a:prstGeom prst="rect">
            <a:avLst/>
          </a:prstGeom>
          <a:noFill/>
        </p:spPr>
        <p:txBody>
          <a:bodyPr wrap="square" rtlCol="0">
            <a:spAutoFit/>
          </a:bodyPr>
          <a:lstStyle/>
          <a:p>
            <a:r>
              <a:rPr lang="en-US" sz="2400" b="1" dirty="0" err="1">
                <a:latin typeface="Cambria" panose="02040503050406030204" pitchFamily="18" charset="0"/>
                <a:ea typeface="Cambria" panose="02040503050406030204" pitchFamily="18" charset="0"/>
              </a:rPr>
              <a:t>Biểu</a:t>
            </a:r>
            <a:r>
              <a:rPr lang="en-US" sz="2400" b="1" dirty="0">
                <a:latin typeface="Cambria" panose="02040503050406030204" pitchFamily="18" charset="0"/>
                <a:ea typeface="Cambria" panose="02040503050406030204" pitchFamily="18" charset="0"/>
              </a:rPr>
              <a:t> </a:t>
            </a:r>
            <a:r>
              <a:rPr lang="en-US" sz="2400" b="1" dirty="0" err="1">
                <a:latin typeface="Cambria" panose="02040503050406030204" pitchFamily="18" charset="0"/>
                <a:ea typeface="Cambria" panose="02040503050406030204" pitchFamily="18" charset="0"/>
              </a:rPr>
              <a:t>đồ</a:t>
            </a:r>
            <a:r>
              <a:rPr lang="en-US" sz="2400" b="1" dirty="0">
                <a:latin typeface="Cambria" panose="02040503050406030204" pitchFamily="18" charset="0"/>
                <a:ea typeface="Cambria" panose="02040503050406030204" pitchFamily="18" charset="0"/>
              </a:rPr>
              <a:t> Use case</a:t>
            </a:r>
          </a:p>
        </p:txBody>
      </p:sp>
      <p:sp>
        <p:nvSpPr>
          <p:cNvPr id="64" name="TextBox 63">
            <a:extLst>
              <a:ext uri="{FF2B5EF4-FFF2-40B4-BE49-F238E27FC236}">
                <a16:creationId xmlns:a16="http://schemas.microsoft.com/office/drawing/2014/main" id="{F549A5A5-05DD-E04E-6D19-61F7A1402CB0}"/>
              </a:ext>
            </a:extLst>
          </p:cNvPr>
          <p:cNvSpPr txBox="1"/>
          <p:nvPr/>
        </p:nvSpPr>
        <p:spPr>
          <a:xfrm>
            <a:off x="16160750" y="27202526"/>
            <a:ext cx="3851709" cy="461665"/>
          </a:xfrm>
          <a:prstGeom prst="rect">
            <a:avLst/>
          </a:prstGeom>
          <a:noFill/>
        </p:spPr>
        <p:txBody>
          <a:bodyPr wrap="square" rtlCol="0">
            <a:spAutoFit/>
          </a:bodyPr>
          <a:lstStyle/>
          <a:p>
            <a:r>
              <a:rPr lang="en-US" sz="2400" b="1" dirty="0" err="1">
                <a:latin typeface="Cambria" panose="02040503050406030204" pitchFamily="18" charset="0"/>
                <a:ea typeface="Cambria" panose="02040503050406030204" pitchFamily="18" charset="0"/>
              </a:rPr>
              <a:t>Biểu</a:t>
            </a:r>
            <a:r>
              <a:rPr lang="en-US" sz="2400" b="1" dirty="0">
                <a:latin typeface="Cambria" panose="02040503050406030204" pitchFamily="18" charset="0"/>
                <a:ea typeface="Cambria" panose="02040503050406030204" pitchFamily="18" charset="0"/>
              </a:rPr>
              <a:t> </a:t>
            </a:r>
            <a:r>
              <a:rPr lang="en-US" sz="2400" b="1" dirty="0" err="1">
                <a:latin typeface="Cambria" panose="02040503050406030204" pitchFamily="18" charset="0"/>
                <a:ea typeface="Cambria" panose="02040503050406030204" pitchFamily="18" charset="0"/>
              </a:rPr>
              <a:t>đồ</a:t>
            </a:r>
            <a:r>
              <a:rPr lang="en-US" sz="2400" b="1" dirty="0">
                <a:latin typeface="Cambria" panose="02040503050406030204" pitchFamily="18" charset="0"/>
                <a:ea typeface="Cambria" panose="02040503050406030204" pitchFamily="18" charset="0"/>
              </a:rPr>
              <a:t> ERD </a:t>
            </a:r>
            <a:r>
              <a:rPr lang="en-US" sz="2400" b="1" dirty="0" err="1">
                <a:latin typeface="Cambria" panose="02040503050406030204" pitchFamily="18" charset="0"/>
                <a:ea typeface="Cambria" panose="02040503050406030204" pitchFamily="18" charset="0"/>
              </a:rPr>
              <a:t>hoàn</a:t>
            </a:r>
            <a:r>
              <a:rPr lang="en-US" sz="2400" b="1" dirty="0">
                <a:latin typeface="Cambria" panose="02040503050406030204" pitchFamily="18" charset="0"/>
                <a:ea typeface="Cambria" panose="02040503050406030204" pitchFamily="18" charset="0"/>
              </a:rPr>
              <a:t> </a:t>
            </a:r>
            <a:r>
              <a:rPr lang="en-US" sz="2400" b="1" dirty="0" err="1">
                <a:latin typeface="Cambria" panose="02040503050406030204" pitchFamily="18" charset="0"/>
                <a:ea typeface="Cambria" panose="02040503050406030204" pitchFamily="18" charset="0"/>
              </a:rPr>
              <a:t>chỉnh</a:t>
            </a:r>
            <a:endParaRPr lang="en-US" sz="2400" b="1" dirty="0">
              <a:latin typeface="Cambria" panose="02040503050406030204" pitchFamily="18" charset="0"/>
              <a:ea typeface="Cambria" panose="02040503050406030204" pitchFamily="18" charset="0"/>
            </a:endParaRPr>
          </a:p>
        </p:txBody>
      </p:sp>
      <p:sp>
        <p:nvSpPr>
          <p:cNvPr id="66" name="TextBox 65">
            <a:extLst>
              <a:ext uri="{FF2B5EF4-FFF2-40B4-BE49-F238E27FC236}">
                <a16:creationId xmlns:a16="http://schemas.microsoft.com/office/drawing/2014/main" id="{DB10B52B-776C-FC23-763C-EF0CA9074F8E}"/>
              </a:ext>
            </a:extLst>
          </p:cNvPr>
          <p:cNvSpPr txBox="1"/>
          <p:nvPr/>
        </p:nvSpPr>
        <p:spPr>
          <a:xfrm>
            <a:off x="15171038" y="408927"/>
            <a:ext cx="7048907" cy="1015663"/>
          </a:xfrm>
          <a:prstGeom prst="rect">
            <a:avLst/>
          </a:prstGeom>
          <a:noFill/>
        </p:spPr>
        <p:txBody>
          <a:bodyPr wrap="square" rtlCol="0">
            <a:spAutoFit/>
          </a:bodyPr>
          <a:lstStyle/>
          <a:p>
            <a:r>
              <a:rPr lang="en-US" sz="6000" b="1" dirty="0">
                <a:solidFill>
                  <a:schemeClr val="bg1"/>
                </a:solidFill>
                <a:latin typeface="Cambria" panose="02040503050406030204" pitchFamily="18" charset="0"/>
                <a:ea typeface="Cambria" panose="02040503050406030204" pitchFamily="18" charset="0"/>
              </a:rPr>
              <a:t>ĐỒ ÁN TỐT NGHIỆP</a:t>
            </a:r>
          </a:p>
        </p:txBody>
      </p:sp>
      <p:sp>
        <p:nvSpPr>
          <p:cNvPr id="67" name="TextBox 66">
            <a:extLst>
              <a:ext uri="{FF2B5EF4-FFF2-40B4-BE49-F238E27FC236}">
                <a16:creationId xmlns:a16="http://schemas.microsoft.com/office/drawing/2014/main" id="{28DDE1FC-594A-E060-25E3-1A54DF97D077}"/>
              </a:ext>
            </a:extLst>
          </p:cNvPr>
          <p:cNvSpPr txBox="1"/>
          <p:nvPr/>
        </p:nvSpPr>
        <p:spPr>
          <a:xfrm>
            <a:off x="13603453" y="2450535"/>
            <a:ext cx="9265005" cy="1290097"/>
          </a:xfrm>
          <a:prstGeom prst="rect">
            <a:avLst/>
          </a:prstGeom>
          <a:noFill/>
        </p:spPr>
        <p:txBody>
          <a:bodyPr wrap="square" rtlCol="0">
            <a:spAutoFit/>
          </a:bodyPr>
          <a:lstStyle/>
          <a:p>
            <a:pPr algn="ctr">
              <a:spcAft>
                <a:spcPts val="689"/>
              </a:spcAft>
            </a:pPr>
            <a:r>
              <a:rPr lang="en-US" sz="3600" b="1" dirty="0">
                <a:solidFill>
                  <a:srgbClr val="1F569E"/>
                </a:solidFill>
                <a:latin typeface="Cambria" panose="02040503050406030204" pitchFamily="18" charset="0"/>
                <a:ea typeface="Cambria" panose="02040503050406030204" pitchFamily="18" charset="0"/>
              </a:rPr>
              <a:t>XÂY DỰNG WEBSITE BÁN ĐỒ CÔNG NGHỆ </a:t>
            </a:r>
          </a:p>
          <a:p>
            <a:pPr algn="ctr">
              <a:spcAft>
                <a:spcPts val="689"/>
              </a:spcAft>
            </a:pPr>
            <a:r>
              <a:rPr lang="en-US" sz="3600" b="1" dirty="0">
                <a:solidFill>
                  <a:srgbClr val="1F569E"/>
                </a:solidFill>
                <a:latin typeface="Cambria" panose="02040503050406030204" pitchFamily="18" charset="0"/>
                <a:ea typeface="Cambria" panose="02040503050406030204" pitchFamily="18" charset="0"/>
              </a:rPr>
              <a:t>CÓ TÍCH HỢP CHATBOT AI </a:t>
            </a:r>
            <a:endParaRPr lang="en-US" sz="3600" dirty="0">
              <a:solidFill>
                <a:srgbClr val="1F569E"/>
              </a:solidFill>
              <a:latin typeface="Cambria" panose="02040503050406030204" pitchFamily="18" charset="0"/>
              <a:ea typeface="Cambria" panose="02040503050406030204" pitchFamily="18" charset="0"/>
            </a:endParaRPr>
          </a:p>
        </p:txBody>
      </p:sp>
      <p:sp>
        <p:nvSpPr>
          <p:cNvPr id="68" name="TextBox 67">
            <a:extLst>
              <a:ext uri="{FF2B5EF4-FFF2-40B4-BE49-F238E27FC236}">
                <a16:creationId xmlns:a16="http://schemas.microsoft.com/office/drawing/2014/main" id="{1E603D4D-535A-03F6-A6B7-A970F318F354}"/>
              </a:ext>
            </a:extLst>
          </p:cNvPr>
          <p:cNvSpPr txBox="1"/>
          <p:nvPr/>
        </p:nvSpPr>
        <p:spPr>
          <a:xfrm>
            <a:off x="819709" y="4329311"/>
            <a:ext cx="7147306" cy="584775"/>
          </a:xfrm>
          <a:prstGeom prst="rect">
            <a:avLst/>
          </a:prstGeom>
          <a:noFill/>
        </p:spPr>
        <p:txBody>
          <a:bodyPr wrap="square" rtlCol="0">
            <a:spAutoFit/>
          </a:bodyPr>
          <a:lstStyle/>
          <a:p>
            <a:r>
              <a:rPr lang="en-US" sz="3200" dirty="0">
                <a:latin typeface="Cambria" panose="02040503050406030204" pitchFamily="18" charset="0"/>
                <a:ea typeface="Cambria" panose="02040503050406030204" pitchFamily="18" charset="0"/>
              </a:rPr>
              <a:t>Sinh </a:t>
            </a:r>
            <a:r>
              <a:rPr lang="en-US" sz="3200" dirty="0" err="1">
                <a:latin typeface="Cambria" panose="02040503050406030204" pitchFamily="18" charset="0"/>
                <a:ea typeface="Cambria" panose="02040503050406030204" pitchFamily="18" charset="0"/>
              </a:rPr>
              <a:t>viên</a:t>
            </a:r>
            <a:r>
              <a:rPr lang="en-US" sz="3200" dirty="0">
                <a:latin typeface="Cambria" panose="02040503050406030204" pitchFamily="18" charset="0"/>
                <a:ea typeface="Cambria" panose="02040503050406030204" pitchFamily="18" charset="0"/>
              </a:rPr>
              <a:t>: Vũ Thị Thái Hà - 2022603127</a:t>
            </a:r>
          </a:p>
        </p:txBody>
      </p:sp>
      <p:sp>
        <p:nvSpPr>
          <p:cNvPr id="69" name="TextBox 68">
            <a:extLst>
              <a:ext uri="{FF2B5EF4-FFF2-40B4-BE49-F238E27FC236}">
                <a16:creationId xmlns:a16="http://schemas.microsoft.com/office/drawing/2014/main" id="{51AD3D71-57E5-3955-11CB-5EDB2264FF8B}"/>
              </a:ext>
            </a:extLst>
          </p:cNvPr>
          <p:cNvSpPr txBox="1"/>
          <p:nvPr/>
        </p:nvSpPr>
        <p:spPr>
          <a:xfrm>
            <a:off x="15362887" y="3747904"/>
            <a:ext cx="7577973" cy="584775"/>
          </a:xfrm>
          <a:prstGeom prst="rect">
            <a:avLst/>
          </a:prstGeom>
          <a:noFill/>
        </p:spPr>
        <p:txBody>
          <a:bodyPr wrap="square" rtlCol="0">
            <a:spAutoFit/>
          </a:bodyPr>
          <a:lstStyle/>
          <a:p>
            <a:r>
              <a:rPr lang="en-US" sz="3200" dirty="0" err="1">
                <a:latin typeface="Cambria" panose="02040503050406030204" pitchFamily="18" charset="0"/>
                <a:ea typeface="Cambria" panose="02040503050406030204" pitchFamily="18" charset="0"/>
              </a:rPr>
              <a:t>Giảng</a:t>
            </a:r>
            <a:r>
              <a:rPr lang="en-US" sz="3200" dirty="0">
                <a:latin typeface="Cambria" panose="02040503050406030204" pitchFamily="18" charset="0"/>
                <a:ea typeface="Cambria" panose="02040503050406030204" pitchFamily="18" charset="0"/>
              </a:rPr>
              <a:t> </a:t>
            </a:r>
            <a:r>
              <a:rPr lang="en-US" sz="3200" dirty="0" err="1">
                <a:latin typeface="Cambria" panose="02040503050406030204" pitchFamily="18" charset="0"/>
                <a:ea typeface="Cambria" panose="02040503050406030204" pitchFamily="18" charset="0"/>
              </a:rPr>
              <a:t>viên</a:t>
            </a:r>
            <a:r>
              <a:rPr lang="en-US" sz="3200" dirty="0">
                <a:latin typeface="Cambria" panose="02040503050406030204" pitchFamily="18" charset="0"/>
                <a:ea typeface="Cambria" panose="02040503050406030204" pitchFamily="18" charset="0"/>
              </a:rPr>
              <a:t> </a:t>
            </a:r>
            <a:r>
              <a:rPr lang="en-US" sz="3200" dirty="0" err="1">
                <a:latin typeface="Cambria" panose="02040503050406030204" pitchFamily="18" charset="0"/>
                <a:ea typeface="Cambria" panose="02040503050406030204" pitchFamily="18" charset="0"/>
              </a:rPr>
              <a:t>hướng</a:t>
            </a:r>
            <a:r>
              <a:rPr lang="en-US" sz="3200" dirty="0">
                <a:latin typeface="Cambria" panose="02040503050406030204" pitchFamily="18" charset="0"/>
                <a:ea typeface="Cambria" panose="02040503050406030204" pitchFamily="18" charset="0"/>
              </a:rPr>
              <a:t> </a:t>
            </a:r>
            <a:r>
              <a:rPr lang="en-US" sz="3200" dirty="0" err="1">
                <a:latin typeface="Cambria" panose="02040503050406030204" pitchFamily="18" charset="0"/>
                <a:ea typeface="Cambria" panose="02040503050406030204" pitchFamily="18" charset="0"/>
              </a:rPr>
              <a:t>dẫn</a:t>
            </a:r>
            <a:r>
              <a:rPr lang="en-US" sz="3200" dirty="0">
                <a:latin typeface="Cambria" panose="02040503050406030204" pitchFamily="18" charset="0"/>
                <a:ea typeface="Cambria" panose="02040503050406030204" pitchFamily="18" charset="0"/>
              </a:rPr>
              <a:t>: </a:t>
            </a:r>
            <a:r>
              <a:rPr lang="en-US" sz="3200" dirty="0" err="1">
                <a:latin typeface="Cambria" panose="02040503050406030204" pitchFamily="18" charset="0"/>
                <a:ea typeface="Cambria" panose="02040503050406030204" pitchFamily="18" charset="0"/>
              </a:rPr>
              <a:t>ThS</a:t>
            </a:r>
            <a:r>
              <a:rPr lang="en-US" sz="3200" dirty="0">
                <a:latin typeface="Cambria" panose="02040503050406030204" pitchFamily="18" charset="0"/>
                <a:ea typeface="Cambria" panose="02040503050406030204" pitchFamily="18" charset="0"/>
              </a:rPr>
              <a:t> Chu Thị Quyên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468</Words>
  <Application>Microsoft Office PowerPoint</Application>
  <PresentationFormat>Custom</PresentationFormat>
  <Paragraphs>28</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Cambria</vt:lpstr>
      <vt:lpstr>Calibri</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 Vu</dc:creator>
  <cp:lastModifiedBy>hà vũ</cp:lastModifiedBy>
  <cp:revision>6</cp:revision>
  <dcterms:created xsi:type="dcterms:W3CDTF">2006-08-16T00:00:00Z</dcterms:created>
  <dcterms:modified xsi:type="dcterms:W3CDTF">2025-12-01T16:26:14Z</dcterms:modified>
  <dc:identifier>DAG6QAHpc6w</dc:identifier>
</cp:coreProperties>
</file>